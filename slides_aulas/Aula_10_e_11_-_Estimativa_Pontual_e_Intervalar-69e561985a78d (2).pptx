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358" r:id="rId3"/>
    <p:sldId id="385" r:id="rId4"/>
    <p:sldId id="386" r:id="rId5"/>
    <p:sldId id="387" r:id="rId6"/>
    <p:sldId id="388" r:id="rId7"/>
    <p:sldId id="389" r:id="rId8"/>
    <p:sldId id="390" r:id="rId9"/>
    <p:sldId id="391" r:id="rId10"/>
    <p:sldId id="392" r:id="rId11"/>
    <p:sldId id="393" r:id="rId12"/>
    <p:sldId id="394" r:id="rId13"/>
    <p:sldId id="395" r:id="rId14"/>
    <p:sldId id="396" r:id="rId15"/>
    <p:sldId id="397" r:id="rId16"/>
    <p:sldId id="398" r:id="rId17"/>
    <p:sldId id="399" r:id="rId18"/>
    <p:sldId id="400" r:id="rId19"/>
    <p:sldId id="401" r:id="rId20"/>
    <p:sldId id="402" r:id="rId21"/>
    <p:sldId id="403" r:id="rId22"/>
    <p:sldId id="404" r:id="rId23"/>
    <p:sldId id="405" r:id="rId24"/>
    <p:sldId id="406" r:id="rId25"/>
    <p:sldId id="407" r:id="rId26"/>
    <p:sldId id="408" r:id="rId27"/>
    <p:sldId id="409" r:id="rId28"/>
    <p:sldId id="410" r:id="rId29"/>
    <p:sldId id="411" r:id="rId30"/>
    <p:sldId id="412" r:id="rId31"/>
    <p:sldId id="413" r:id="rId32"/>
    <p:sldId id="414" r:id="rId33"/>
    <p:sldId id="415" r:id="rId34"/>
    <p:sldId id="416" r:id="rId35"/>
    <p:sldId id="417" r:id="rId36"/>
    <p:sldId id="418" r:id="rId37"/>
    <p:sldId id="419" r:id="rId38"/>
    <p:sldId id="310" r:id="rId39"/>
    <p:sldId id="311" r:id="rId40"/>
    <p:sldId id="312" r:id="rId41"/>
    <p:sldId id="314" r:id="rId42"/>
    <p:sldId id="347" r:id="rId43"/>
    <p:sldId id="348" r:id="rId44"/>
    <p:sldId id="317" r:id="rId45"/>
    <p:sldId id="318" r:id="rId46"/>
    <p:sldId id="319" r:id="rId47"/>
    <p:sldId id="349" r:id="rId48"/>
    <p:sldId id="350" r:id="rId49"/>
    <p:sldId id="351" r:id="rId50"/>
    <p:sldId id="353" r:id="rId51"/>
    <p:sldId id="354" r:id="rId52"/>
    <p:sldId id="355" r:id="rId53"/>
    <p:sldId id="356" r:id="rId54"/>
    <p:sldId id="357" r:id="rId55"/>
    <p:sldId id="420" r:id="rId56"/>
    <p:sldId id="359" r:id="rId57"/>
    <p:sldId id="321" r:id="rId58"/>
    <p:sldId id="322" r:id="rId59"/>
    <p:sldId id="323" r:id="rId60"/>
    <p:sldId id="324" r:id="rId61"/>
    <p:sldId id="325" r:id="rId62"/>
    <p:sldId id="326" r:id="rId63"/>
    <p:sldId id="327" r:id="rId64"/>
    <p:sldId id="328" r:id="rId65"/>
    <p:sldId id="329" r:id="rId66"/>
    <p:sldId id="262" r:id="rId6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9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ED24AA-7119-434F-9607-BF828F5CDB13}" v="540" dt="2026-04-19T23:06:27.43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2" autoAdjust="0"/>
    <p:restoredTop sz="94660"/>
  </p:normalViewPr>
  <p:slideViewPr>
    <p:cSldViewPr snapToGrid="0">
      <p:cViewPr varScale="1">
        <p:scale>
          <a:sx n="74" d="100"/>
          <a:sy n="74" d="100"/>
        </p:scale>
        <p:origin x="950" y="28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o Bittencourt" userId="9399af9f441dfb25" providerId="Windows Live" clId="Web-{2AF0A566-C3E4-ED3D-F01A-00C85511E102}"/>
    <pc:docChg chg="addSld delSld modSld sldOrd">
      <pc:chgData name="Fabio Bittencourt" userId="9399af9f441dfb25" providerId="Windows Live" clId="Web-{2AF0A566-C3E4-ED3D-F01A-00C85511E102}" dt="2026-04-01T19:21:37.304" v="2357" actId="1076"/>
      <pc:docMkLst>
        <pc:docMk/>
      </pc:docMkLst>
      <pc:sldChg chg="modSp">
        <pc:chgData name="Fabio Bittencourt" userId="9399af9f441dfb25" providerId="Windows Live" clId="Web-{2AF0A566-C3E4-ED3D-F01A-00C85511E102}" dt="2026-04-01T17:34:10.176" v="0" actId="20577"/>
        <pc:sldMkLst>
          <pc:docMk/>
          <pc:sldMk cId="1766138550" sldId="256"/>
        </pc:sldMkLst>
        <pc:spChg chg="mod">
          <ac:chgData name="Fabio Bittencourt" userId="9399af9f441dfb25" providerId="Windows Live" clId="Web-{2AF0A566-C3E4-ED3D-F01A-00C85511E102}" dt="2026-04-01T17:34:10.176" v="0" actId="20577"/>
          <ac:spMkLst>
            <pc:docMk/>
            <pc:sldMk cId="1766138550" sldId="256"/>
            <ac:spMk id="2" creationId="{00000000-0000-0000-0000-000000000000}"/>
          </ac:spMkLst>
        </pc:spChg>
      </pc:sldChg>
      <pc:sldChg chg="modSp ord">
        <pc:chgData name="Fabio Bittencourt" userId="9399af9f441dfb25" providerId="Windows Live" clId="Web-{2AF0A566-C3E4-ED3D-F01A-00C85511E102}" dt="2026-04-01T17:36:36.429" v="24" actId="20577"/>
        <pc:sldMkLst>
          <pc:docMk/>
          <pc:sldMk cId="850751447" sldId="358"/>
        </pc:sldMkLst>
        <pc:spChg chg="mod">
          <ac:chgData name="Fabio Bittencourt" userId="9399af9f441dfb25" providerId="Windows Live" clId="Web-{2AF0A566-C3E4-ED3D-F01A-00C85511E102}" dt="2026-04-01T17:36:36.429" v="24" actId="20577"/>
          <ac:spMkLst>
            <pc:docMk/>
            <pc:sldMk cId="850751447" sldId="358"/>
            <ac:spMk id="2" creationId="{FB8FFC78-E2EF-7447-00DF-606150B77D44}"/>
          </ac:spMkLst>
        </pc:spChg>
      </pc:sldChg>
    </pc:docChg>
  </pc:docChgLst>
  <pc:docChgLst>
    <pc:chgData name="Fabio Bittencourt" userId="9399af9f441dfb25" providerId="LiveId" clId="{87FEEC51-4A4D-4000-AFF7-19B075429E2B}"/>
    <pc:docChg chg="undo redo custSel addSld delSld modSld sldOrd">
      <pc:chgData name="Fabio Bittencourt" userId="9399af9f441dfb25" providerId="LiveId" clId="{87FEEC51-4A4D-4000-AFF7-19B075429E2B}" dt="2026-04-19T23:06:31.663" v="40715" actId="255"/>
      <pc:docMkLst>
        <pc:docMk/>
      </pc:docMkLst>
      <pc:sldChg chg="modSp add del mod">
        <pc:chgData name="Fabio Bittencourt" userId="9399af9f441dfb25" providerId="LiveId" clId="{87FEEC51-4A4D-4000-AFF7-19B075429E2B}" dt="2026-04-19T02:11:49.248" v="22265" actId="20577"/>
        <pc:sldMkLst>
          <pc:docMk/>
          <pc:sldMk cId="1766138550" sldId="256"/>
        </pc:sldMkLst>
        <pc:spChg chg="mod">
          <ac:chgData name="Fabio Bittencourt" userId="9399af9f441dfb25" providerId="LiveId" clId="{87FEEC51-4A4D-4000-AFF7-19B075429E2B}" dt="2026-04-19T02:11:49.248" v="22265" actId="20577"/>
          <ac:spMkLst>
            <pc:docMk/>
            <pc:sldMk cId="1766138550" sldId="256"/>
            <ac:spMk id="2" creationId="{00000000-0000-0000-0000-000000000000}"/>
          </ac:spMkLst>
        </pc:spChg>
      </pc:sldChg>
      <pc:sldChg chg="add">
        <pc:chgData name="Fabio Bittencourt" userId="9399af9f441dfb25" providerId="LiveId" clId="{87FEEC51-4A4D-4000-AFF7-19B075429E2B}" dt="2026-04-19T02:13:12.066" v="22297"/>
        <pc:sldMkLst>
          <pc:docMk/>
          <pc:sldMk cId="2664982127" sldId="262"/>
        </pc:sldMkLst>
      </pc:sldChg>
      <pc:sldChg chg="modSp add del">
        <pc:chgData name="Fabio Bittencourt" userId="9399af9f441dfb25" providerId="LiveId" clId="{87FEEC51-4A4D-4000-AFF7-19B075429E2B}" dt="2026-04-19T22:56:37.028" v="40415" actId="47"/>
        <pc:sldMkLst>
          <pc:docMk/>
          <pc:sldMk cId="2924844354" sldId="309"/>
        </pc:sldMkLst>
        <pc:spChg chg="mod">
          <ac:chgData name="Fabio Bittencourt" userId="9399af9f441dfb25" providerId="LiveId" clId="{87FEEC51-4A4D-4000-AFF7-19B075429E2B}" dt="2026-04-19T22:56:32.511" v="40414"/>
          <ac:spMkLst>
            <pc:docMk/>
            <pc:sldMk cId="2924844354" sldId="309"/>
            <ac:spMk id="4" creationId="{0BC8D165-B75F-48D1-A8CB-4126C958CF61}"/>
          </ac:spMkLst>
        </pc:spChg>
      </pc:sldChg>
      <pc:sldChg chg="modSp add mod">
        <pc:chgData name="Fabio Bittencourt" userId="9399af9f441dfb25" providerId="LiveId" clId="{87FEEC51-4A4D-4000-AFF7-19B075429E2B}" dt="2026-04-19T22:57:30.436" v="40552" actId="1076"/>
        <pc:sldMkLst>
          <pc:docMk/>
          <pc:sldMk cId="2393965809" sldId="310"/>
        </pc:sldMkLst>
        <pc:spChg chg="mod">
          <ac:chgData name="Fabio Bittencourt" userId="9399af9f441dfb25" providerId="LiveId" clId="{87FEEC51-4A4D-4000-AFF7-19B075429E2B}" dt="2026-04-19T22:56:40.386" v="40416"/>
          <ac:spMkLst>
            <pc:docMk/>
            <pc:sldMk cId="2393965809" sldId="310"/>
            <ac:spMk id="4" creationId="{0BC8D165-B75F-48D1-A8CB-4126C958CF61}"/>
          </ac:spMkLst>
        </pc:spChg>
        <pc:spChg chg="mod">
          <ac:chgData name="Fabio Bittencourt" userId="9399af9f441dfb25" providerId="LiveId" clId="{87FEEC51-4A4D-4000-AFF7-19B075429E2B}" dt="2026-04-19T22:57:30.436" v="40552" actId="1076"/>
          <ac:spMkLst>
            <pc:docMk/>
            <pc:sldMk cId="2393965809" sldId="310"/>
            <ac:spMk id="6" creationId="{8A0BAE10-A955-4236-9445-F72EEE14E523}"/>
          </ac:spMkLst>
        </pc:spChg>
      </pc:sldChg>
      <pc:sldChg chg="modSp add mod">
        <pc:chgData name="Fabio Bittencourt" userId="9399af9f441dfb25" providerId="LiveId" clId="{87FEEC51-4A4D-4000-AFF7-19B075429E2B}" dt="2026-04-19T22:59:02.135" v="40577"/>
        <pc:sldMkLst>
          <pc:docMk/>
          <pc:sldMk cId="2558578022" sldId="311"/>
        </pc:sldMkLst>
        <pc:spChg chg="mod">
          <ac:chgData name="Fabio Bittencourt" userId="9399af9f441dfb25" providerId="LiveId" clId="{87FEEC51-4A4D-4000-AFF7-19B075429E2B}" dt="2026-04-19T22:59:02.135" v="40577"/>
          <ac:spMkLst>
            <pc:docMk/>
            <pc:sldMk cId="2558578022" sldId="311"/>
            <ac:spMk id="4" creationId="{0BC8D165-B75F-48D1-A8CB-4126C958CF61}"/>
          </ac:spMkLst>
        </pc:spChg>
        <pc:spChg chg="mod">
          <ac:chgData name="Fabio Bittencourt" userId="9399af9f441dfb25" providerId="LiveId" clId="{87FEEC51-4A4D-4000-AFF7-19B075429E2B}" dt="2026-04-19T22:57:59.829" v="40563" actId="20577"/>
          <ac:spMkLst>
            <pc:docMk/>
            <pc:sldMk cId="2558578022" sldId="311"/>
            <ac:spMk id="6" creationId="{8A0BAE10-A955-4236-9445-F72EEE14E523}"/>
          </ac:spMkLst>
        </pc:spChg>
      </pc:sldChg>
      <pc:sldChg chg="modSp add mod">
        <pc:chgData name="Fabio Bittencourt" userId="9399af9f441dfb25" providerId="LiveId" clId="{87FEEC51-4A4D-4000-AFF7-19B075429E2B}" dt="2026-04-19T22:59:05.400" v="40578"/>
        <pc:sldMkLst>
          <pc:docMk/>
          <pc:sldMk cId="1154449297" sldId="312"/>
        </pc:sldMkLst>
        <pc:spChg chg="mod">
          <ac:chgData name="Fabio Bittencourt" userId="9399af9f441dfb25" providerId="LiveId" clId="{87FEEC51-4A4D-4000-AFF7-19B075429E2B}" dt="2026-04-19T22:59:05.400" v="40578"/>
          <ac:spMkLst>
            <pc:docMk/>
            <pc:sldMk cId="1154449297" sldId="312"/>
            <ac:spMk id="4" creationId="{0BC8D165-B75F-48D1-A8CB-4126C958CF61}"/>
          </ac:spMkLst>
        </pc:spChg>
        <pc:spChg chg="mod">
          <ac:chgData name="Fabio Bittencourt" userId="9399af9f441dfb25" providerId="LiveId" clId="{87FEEC51-4A4D-4000-AFF7-19B075429E2B}" dt="2026-04-19T22:58:26.403" v="40570" actId="255"/>
          <ac:spMkLst>
            <pc:docMk/>
            <pc:sldMk cId="1154449297" sldId="312"/>
            <ac:spMk id="6" creationId="{8A0BAE10-A955-4236-9445-F72EEE14E523}"/>
          </ac:spMkLst>
        </pc:spChg>
      </pc:sldChg>
      <pc:sldChg chg="modSp add mod">
        <pc:chgData name="Fabio Bittencourt" userId="9399af9f441dfb25" providerId="LiveId" clId="{87FEEC51-4A4D-4000-AFF7-19B075429E2B}" dt="2026-04-19T22:59:08.326" v="40579"/>
        <pc:sldMkLst>
          <pc:docMk/>
          <pc:sldMk cId="4010066885" sldId="314"/>
        </pc:sldMkLst>
        <pc:spChg chg="mod">
          <ac:chgData name="Fabio Bittencourt" userId="9399af9f441dfb25" providerId="LiveId" clId="{87FEEC51-4A4D-4000-AFF7-19B075429E2B}" dt="2026-04-19T22:59:08.326" v="40579"/>
          <ac:spMkLst>
            <pc:docMk/>
            <pc:sldMk cId="4010066885" sldId="314"/>
            <ac:spMk id="4" creationId="{0BC8D165-B75F-48D1-A8CB-4126C958CF61}"/>
          </ac:spMkLst>
        </pc:spChg>
        <pc:spChg chg="mod">
          <ac:chgData name="Fabio Bittencourt" userId="9399af9f441dfb25" providerId="LiveId" clId="{87FEEC51-4A4D-4000-AFF7-19B075429E2B}" dt="2026-04-19T22:58:36.671" v="40574" actId="20577"/>
          <ac:spMkLst>
            <pc:docMk/>
            <pc:sldMk cId="4010066885" sldId="314"/>
            <ac:spMk id="6" creationId="{8A0BAE10-A955-4236-9445-F72EEE14E523}"/>
          </ac:spMkLst>
        </pc:spChg>
      </pc:sldChg>
      <pc:sldChg chg="modSp add mod">
        <pc:chgData name="Fabio Bittencourt" userId="9399af9f441dfb25" providerId="LiveId" clId="{87FEEC51-4A4D-4000-AFF7-19B075429E2B}" dt="2026-04-19T22:59:43.343" v="40594" actId="27636"/>
        <pc:sldMkLst>
          <pc:docMk/>
          <pc:sldMk cId="3706377428" sldId="317"/>
        </pc:sldMkLst>
        <pc:spChg chg="mod">
          <ac:chgData name="Fabio Bittencourt" userId="9399af9f441dfb25" providerId="LiveId" clId="{87FEEC51-4A4D-4000-AFF7-19B075429E2B}" dt="2026-04-19T22:59:22.927" v="40582"/>
          <ac:spMkLst>
            <pc:docMk/>
            <pc:sldMk cId="3706377428" sldId="317"/>
            <ac:spMk id="4" creationId="{0BC8D165-B75F-48D1-A8CB-4126C958CF61}"/>
          </ac:spMkLst>
        </pc:spChg>
        <pc:spChg chg="mod">
          <ac:chgData name="Fabio Bittencourt" userId="9399af9f441dfb25" providerId="LiveId" clId="{87FEEC51-4A4D-4000-AFF7-19B075429E2B}" dt="2026-04-19T22:59:43.343" v="40594" actId="27636"/>
          <ac:spMkLst>
            <pc:docMk/>
            <pc:sldMk cId="3706377428" sldId="317"/>
            <ac:spMk id="6" creationId="{8A0BAE10-A955-4236-9445-F72EEE14E523}"/>
          </ac:spMkLst>
        </pc:spChg>
      </pc:sldChg>
      <pc:sldChg chg="modSp add mod">
        <pc:chgData name="Fabio Bittencourt" userId="9399af9f441dfb25" providerId="LiveId" clId="{87FEEC51-4A4D-4000-AFF7-19B075429E2B}" dt="2026-04-19T23:00:09.940" v="40601" actId="255"/>
        <pc:sldMkLst>
          <pc:docMk/>
          <pc:sldMk cId="825935311" sldId="318"/>
        </pc:sldMkLst>
        <pc:spChg chg="mod">
          <ac:chgData name="Fabio Bittencourt" userId="9399af9f441dfb25" providerId="LiveId" clId="{87FEEC51-4A4D-4000-AFF7-19B075429E2B}" dt="2026-04-19T22:59:57.773" v="40596"/>
          <ac:spMkLst>
            <pc:docMk/>
            <pc:sldMk cId="825935311" sldId="318"/>
            <ac:spMk id="4" creationId="{0BC8D165-B75F-48D1-A8CB-4126C958CF61}"/>
          </ac:spMkLst>
        </pc:spChg>
        <pc:spChg chg="mod">
          <ac:chgData name="Fabio Bittencourt" userId="9399af9f441dfb25" providerId="LiveId" clId="{87FEEC51-4A4D-4000-AFF7-19B075429E2B}" dt="2026-04-19T23:00:09.940" v="40601" actId="255"/>
          <ac:spMkLst>
            <pc:docMk/>
            <pc:sldMk cId="825935311" sldId="318"/>
            <ac:spMk id="6" creationId="{8A0BAE10-A955-4236-9445-F72EEE14E523}"/>
          </ac:spMkLst>
        </pc:spChg>
      </pc:sldChg>
      <pc:sldChg chg="modSp add mod">
        <pc:chgData name="Fabio Bittencourt" userId="9399af9f441dfb25" providerId="LiveId" clId="{87FEEC51-4A4D-4000-AFF7-19B075429E2B}" dt="2026-04-19T23:00:58.539" v="40621" actId="1076"/>
        <pc:sldMkLst>
          <pc:docMk/>
          <pc:sldMk cId="2516429360" sldId="319"/>
        </pc:sldMkLst>
        <pc:spChg chg="mod">
          <ac:chgData name="Fabio Bittencourt" userId="9399af9f441dfb25" providerId="LiveId" clId="{87FEEC51-4A4D-4000-AFF7-19B075429E2B}" dt="2026-04-19T23:00:30.904" v="40605"/>
          <ac:spMkLst>
            <pc:docMk/>
            <pc:sldMk cId="2516429360" sldId="319"/>
            <ac:spMk id="4" creationId="{0BC8D165-B75F-48D1-A8CB-4126C958CF61}"/>
          </ac:spMkLst>
        </pc:spChg>
        <pc:spChg chg="mod">
          <ac:chgData name="Fabio Bittencourt" userId="9399af9f441dfb25" providerId="LiveId" clId="{87FEEC51-4A4D-4000-AFF7-19B075429E2B}" dt="2026-04-19T23:00:52.367" v="40619" actId="27636"/>
          <ac:spMkLst>
            <pc:docMk/>
            <pc:sldMk cId="2516429360" sldId="319"/>
            <ac:spMk id="6" creationId="{8A0BAE10-A955-4236-9445-F72EEE14E523}"/>
          </ac:spMkLst>
        </pc:spChg>
        <pc:picChg chg="mod">
          <ac:chgData name="Fabio Bittencourt" userId="9399af9f441dfb25" providerId="LiveId" clId="{87FEEC51-4A4D-4000-AFF7-19B075429E2B}" dt="2026-04-19T23:00:58.539" v="40621" actId="1076"/>
          <ac:picMkLst>
            <pc:docMk/>
            <pc:sldMk cId="2516429360" sldId="319"/>
            <ac:picMk id="3" creationId="{2C087198-E3F5-4385-8556-15745124CD90}"/>
          </ac:picMkLst>
        </pc:picChg>
      </pc:sldChg>
      <pc:sldChg chg="modSp add del mod">
        <pc:chgData name="Fabio Bittencourt" userId="9399af9f441dfb25" providerId="LiveId" clId="{87FEEC51-4A4D-4000-AFF7-19B075429E2B}" dt="2026-04-19T23:01:02.157" v="40622" actId="47"/>
        <pc:sldMkLst>
          <pc:docMk/>
          <pc:sldMk cId="1705753808" sldId="320"/>
        </pc:sldMkLst>
        <pc:spChg chg="mod">
          <ac:chgData name="Fabio Bittencourt" userId="9399af9f441dfb25" providerId="LiveId" clId="{87FEEC51-4A4D-4000-AFF7-19B075429E2B}" dt="2026-04-19T23:00:36.407" v="40606" actId="21"/>
          <ac:spMkLst>
            <pc:docMk/>
            <pc:sldMk cId="1705753808" sldId="320"/>
            <ac:spMk id="6" creationId="{8A0BAE10-A955-4236-9445-F72EEE14E523}"/>
          </ac:spMkLst>
        </pc:spChg>
      </pc:sldChg>
      <pc:sldChg chg="modSp add mod">
        <pc:chgData name="Fabio Bittencourt" userId="9399af9f441dfb25" providerId="LiveId" clId="{87FEEC51-4A4D-4000-AFF7-19B075429E2B}" dt="2026-04-19T23:05:22.324" v="40693" actId="20577"/>
        <pc:sldMkLst>
          <pc:docMk/>
          <pc:sldMk cId="1160955895" sldId="321"/>
        </pc:sldMkLst>
        <pc:spChg chg="mod">
          <ac:chgData name="Fabio Bittencourt" userId="9399af9f441dfb25" providerId="LiveId" clId="{87FEEC51-4A4D-4000-AFF7-19B075429E2B}" dt="2026-04-19T23:05:04.978" v="40683"/>
          <ac:spMkLst>
            <pc:docMk/>
            <pc:sldMk cId="1160955895" sldId="321"/>
            <ac:spMk id="4" creationId="{0BC8D165-B75F-48D1-A8CB-4126C958CF61}"/>
          </ac:spMkLst>
        </pc:spChg>
        <pc:spChg chg="mod">
          <ac:chgData name="Fabio Bittencourt" userId="9399af9f441dfb25" providerId="LiveId" clId="{87FEEC51-4A4D-4000-AFF7-19B075429E2B}" dt="2026-04-19T23:05:22.324" v="40693" actId="20577"/>
          <ac:spMkLst>
            <pc:docMk/>
            <pc:sldMk cId="1160955895" sldId="321"/>
            <ac:spMk id="6" creationId="{8A0BAE10-A955-4236-9445-F72EEE14E523}"/>
          </ac:spMkLst>
        </pc:spChg>
      </pc:sldChg>
      <pc:sldChg chg="modSp add mod">
        <pc:chgData name="Fabio Bittencourt" userId="9399af9f441dfb25" providerId="LiveId" clId="{87FEEC51-4A4D-4000-AFF7-19B075429E2B}" dt="2026-04-19T23:05:58.131" v="40707"/>
        <pc:sldMkLst>
          <pc:docMk/>
          <pc:sldMk cId="3013772638" sldId="322"/>
        </pc:sldMkLst>
        <pc:spChg chg="mod">
          <ac:chgData name="Fabio Bittencourt" userId="9399af9f441dfb25" providerId="LiveId" clId="{87FEEC51-4A4D-4000-AFF7-19B075429E2B}" dt="2026-04-19T23:05:58.131" v="40707"/>
          <ac:spMkLst>
            <pc:docMk/>
            <pc:sldMk cId="3013772638" sldId="322"/>
            <ac:spMk id="4" creationId="{0BC8D165-B75F-48D1-A8CB-4126C958CF61}"/>
          </ac:spMkLst>
        </pc:spChg>
        <pc:spChg chg="mod">
          <ac:chgData name="Fabio Bittencourt" userId="9399af9f441dfb25" providerId="LiveId" clId="{87FEEC51-4A4D-4000-AFF7-19B075429E2B}" dt="2026-04-19T23:05:38.667" v="40704" actId="27636"/>
          <ac:spMkLst>
            <pc:docMk/>
            <pc:sldMk cId="3013772638" sldId="322"/>
            <ac:spMk id="6" creationId="{8A0BAE10-A955-4236-9445-F72EEE14E523}"/>
          </ac:spMkLst>
        </pc:spChg>
      </pc:sldChg>
      <pc:sldChg chg="modSp add mod">
        <pc:chgData name="Fabio Bittencourt" userId="9399af9f441dfb25" providerId="LiveId" clId="{87FEEC51-4A4D-4000-AFF7-19B075429E2B}" dt="2026-04-19T23:06:02.028" v="40708"/>
        <pc:sldMkLst>
          <pc:docMk/>
          <pc:sldMk cId="2272162147" sldId="323"/>
        </pc:sldMkLst>
        <pc:spChg chg="mod">
          <ac:chgData name="Fabio Bittencourt" userId="9399af9f441dfb25" providerId="LiveId" clId="{87FEEC51-4A4D-4000-AFF7-19B075429E2B}" dt="2026-04-19T23:06:02.028" v="40708"/>
          <ac:spMkLst>
            <pc:docMk/>
            <pc:sldMk cId="2272162147" sldId="323"/>
            <ac:spMk id="4" creationId="{0BC8D165-B75F-48D1-A8CB-4126C958CF61}"/>
          </ac:spMkLst>
        </pc:spChg>
        <pc:spChg chg="mod">
          <ac:chgData name="Fabio Bittencourt" userId="9399af9f441dfb25" providerId="LiveId" clId="{87FEEC51-4A4D-4000-AFF7-19B075429E2B}" dt="2026-04-19T23:05:50.817" v="40706" actId="255"/>
          <ac:spMkLst>
            <pc:docMk/>
            <pc:sldMk cId="2272162147" sldId="323"/>
            <ac:spMk id="6" creationId="{8A0BAE10-A955-4236-9445-F72EEE14E523}"/>
          </ac:spMkLst>
        </pc:spChg>
      </pc:sldChg>
      <pc:sldChg chg="modSp add mod">
        <pc:chgData name="Fabio Bittencourt" userId="9399af9f441dfb25" providerId="LiveId" clId="{87FEEC51-4A4D-4000-AFF7-19B075429E2B}" dt="2026-04-19T23:06:09.571" v="40710" actId="255"/>
        <pc:sldMkLst>
          <pc:docMk/>
          <pc:sldMk cId="2693549523" sldId="324"/>
        </pc:sldMkLst>
        <pc:spChg chg="mod">
          <ac:chgData name="Fabio Bittencourt" userId="9399af9f441dfb25" providerId="LiveId" clId="{87FEEC51-4A4D-4000-AFF7-19B075429E2B}" dt="2026-04-19T23:06:05.114" v="40709"/>
          <ac:spMkLst>
            <pc:docMk/>
            <pc:sldMk cId="2693549523" sldId="324"/>
            <ac:spMk id="4" creationId="{0BC8D165-B75F-48D1-A8CB-4126C958CF61}"/>
          </ac:spMkLst>
        </pc:spChg>
        <pc:spChg chg="mod">
          <ac:chgData name="Fabio Bittencourt" userId="9399af9f441dfb25" providerId="LiveId" clId="{87FEEC51-4A4D-4000-AFF7-19B075429E2B}" dt="2026-04-19T23:06:09.571" v="40710" actId="255"/>
          <ac:spMkLst>
            <pc:docMk/>
            <pc:sldMk cId="2693549523" sldId="324"/>
            <ac:spMk id="6" creationId="{8A0BAE10-A955-4236-9445-F72EEE14E523}"/>
          </ac:spMkLst>
        </pc:spChg>
      </pc:sldChg>
      <pc:sldChg chg="modSp add mod">
        <pc:chgData name="Fabio Bittencourt" userId="9399af9f441dfb25" providerId="LiveId" clId="{87FEEC51-4A4D-4000-AFF7-19B075429E2B}" dt="2026-04-19T23:06:18.975" v="40712"/>
        <pc:sldMkLst>
          <pc:docMk/>
          <pc:sldMk cId="431419363" sldId="325"/>
        </pc:sldMkLst>
        <pc:spChg chg="mod">
          <ac:chgData name="Fabio Bittencourt" userId="9399af9f441dfb25" providerId="LiveId" clId="{87FEEC51-4A4D-4000-AFF7-19B075429E2B}" dt="2026-04-19T23:06:18.975" v="40712"/>
          <ac:spMkLst>
            <pc:docMk/>
            <pc:sldMk cId="431419363" sldId="325"/>
            <ac:spMk id="4" creationId="{0BC8D165-B75F-48D1-A8CB-4126C958CF61}"/>
          </ac:spMkLst>
        </pc:spChg>
        <pc:spChg chg="mod">
          <ac:chgData name="Fabio Bittencourt" userId="9399af9f441dfb25" providerId="LiveId" clId="{87FEEC51-4A4D-4000-AFF7-19B075429E2B}" dt="2026-04-19T23:06:15.936" v="40711" actId="255"/>
          <ac:spMkLst>
            <pc:docMk/>
            <pc:sldMk cId="431419363" sldId="325"/>
            <ac:spMk id="6" creationId="{8A0BAE10-A955-4236-9445-F72EEE14E523}"/>
          </ac:spMkLst>
        </pc:spChg>
      </pc:sldChg>
      <pc:sldChg chg="modSp add">
        <pc:chgData name="Fabio Bittencourt" userId="9399af9f441dfb25" providerId="LiveId" clId="{87FEEC51-4A4D-4000-AFF7-19B075429E2B}" dt="2026-04-19T23:06:22.946" v="40713"/>
        <pc:sldMkLst>
          <pc:docMk/>
          <pc:sldMk cId="599426809" sldId="326"/>
        </pc:sldMkLst>
        <pc:spChg chg="mod">
          <ac:chgData name="Fabio Bittencourt" userId="9399af9f441dfb25" providerId="LiveId" clId="{87FEEC51-4A4D-4000-AFF7-19B075429E2B}" dt="2026-04-19T23:06:22.946" v="40713"/>
          <ac:spMkLst>
            <pc:docMk/>
            <pc:sldMk cId="599426809" sldId="326"/>
            <ac:spMk id="4" creationId="{0BC8D165-B75F-48D1-A8CB-4126C958CF61}"/>
          </ac:spMkLst>
        </pc:spChg>
      </pc:sldChg>
      <pc:sldChg chg="add">
        <pc:chgData name="Fabio Bittencourt" userId="9399af9f441dfb25" providerId="LiveId" clId="{87FEEC51-4A4D-4000-AFF7-19B075429E2B}" dt="2026-04-19T22:56:22.139" v="40413"/>
        <pc:sldMkLst>
          <pc:docMk/>
          <pc:sldMk cId="592602381" sldId="327"/>
        </pc:sldMkLst>
      </pc:sldChg>
      <pc:sldChg chg="modSp add mod">
        <pc:chgData name="Fabio Bittencourt" userId="9399af9f441dfb25" providerId="LiveId" clId="{87FEEC51-4A4D-4000-AFF7-19B075429E2B}" dt="2026-04-19T23:06:31.663" v="40715" actId="255"/>
        <pc:sldMkLst>
          <pc:docMk/>
          <pc:sldMk cId="2074305142" sldId="328"/>
        </pc:sldMkLst>
        <pc:spChg chg="mod">
          <ac:chgData name="Fabio Bittencourt" userId="9399af9f441dfb25" providerId="LiveId" clId="{87FEEC51-4A4D-4000-AFF7-19B075429E2B}" dt="2026-04-19T23:06:27.430" v="40714"/>
          <ac:spMkLst>
            <pc:docMk/>
            <pc:sldMk cId="2074305142" sldId="328"/>
            <ac:spMk id="4" creationId="{0BC8D165-B75F-48D1-A8CB-4126C958CF61}"/>
          </ac:spMkLst>
        </pc:spChg>
        <pc:spChg chg="mod">
          <ac:chgData name="Fabio Bittencourt" userId="9399af9f441dfb25" providerId="LiveId" clId="{87FEEC51-4A4D-4000-AFF7-19B075429E2B}" dt="2026-04-19T23:06:31.663" v="40715" actId="255"/>
          <ac:spMkLst>
            <pc:docMk/>
            <pc:sldMk cId="2074305142" sldId="328"/>
            <ac:spMk id="6" creationId="{8A0BAE10-A955-4236-9445-F72EEE14E523}"/>
          </ac:spMkLst>
        </pc:spChg>
      </pc:sldChg>
      <pc:sldChg chg="add">
        <pc:chgData name="Fabio Bittencourt" userId="9399af9f441dfb25" providerId="LiveId" clId="{87FEEC51-4A4D-4000-AFF7-19B075429E2B}" dt="2026-04-19T22:56:22.139" v="40413"/>
        <pc:sldMkLst>
          <pc:docMk/>
          <pc:sldMk cId="1887704465" sldId="329"/>
        </pc:sldMkLst>
      </pc:sldChg>
      <pc:sldChg chg="modSp add mod">
        <pc:chgData name="Fabio Bittencourt" userId="9399af9f441dfb25" providerId="LiveId" clId="{87FEEC51-4A4D-4000-AFF7-19B075429E2B}" dt="2026-04-19T22:59:12.054" v="40580"/>
        <pc:sldMkLst>
          <pc:docMk/>
          <pc:sldMk cId="1267382636" sldId="347"/>
        </pc:sldMkLst>
        <pc:spChg chg="mod">
          <ac:chgData name="Fabio Bittencourt" userId="9399af9f441dfb25" providerId="LiveId" clId="{87FEEC51-4A4D-4000-AFF7-19B075429E2B}" dt="2026-04-19T22:59:12.054" v="40580"/>
          <ac:spMkLst>
            <pc:docMk/>
            <pc:sldMk cId="1267382636" sldId="347"/>
            <ac:spMk id="4" creationId="{0BC8D165-B75F-48D1-A8CB-4126C958CF61}"/>
          </ac:spMkLst>
        </pc:spChg>
        <pc:spChg chg="mod">
          <ac:chgData name="Fabio Bittencourt" userId="9399af9f441dfb25" providerId="LiveId" clId="{87FEEC51-4A4D-4000-AFF7-19B075429E2B}" dt="2026-04-19T22:58:45.037" v="40575" actId="255"/>
          <ac:spMkLst>
            <pc:docMk/>
            <pc:sldMk cId="1267382636" sldId="347"/>
            <ac:spMk id="6" creationId="{8A0BAE10-A955-4236-9445-F72EEE14E523}"/>
          </ac:spMkLst>
        </pc:spChg>
      </pc:sldChg>
      <pc:sldChg chg="modSp add mod">
        <pc:chgData name="Fabio Bittencourt" userId="9399af9f441dfb25" providerId="LiveId" clId="{87FEEC51-4A4D-4000-AFF7-19B075429E2B}" dt="2026-04-19T22:59:17.514" v="40581"/>
        <pc:sldMkLst>
          <pc:docMk/>
          <pc:sldMk cId="2907781345" sldId="348"/>
        </pc:sldMkLst>
        <pc:spChg chg="mod">
          <ac:chgData name="Fabio Bittencourt" userId="9399af9f441dfb25" providerId="LiveId" clId="{87FEEC51-4A4D-4000-AFF7-19B075429E2B}" dt="2026-04-19T22:59:17.514" v="40581"/>
          <ac:spMkLst>
            <pc:docMk/>
            <pc:sldMk cId="2907781345" sldId="348"/>
            <ac:spMk id="4" creationId="{0BC8D165-B75F-48D1-A8CB-4126C958CF61}"/>
          </ac:spMkLst>
        </pc:spChg>
        <pc:spChg chg="mod">
          <ac:chgData name="Fabio Bittencourt" userId="9399af9f441dfb25" providerId="LiveId" clId="{87FEEC51-4A4D-4000-AFF7-19B075429E2B}" dt="2026-04-19T22:58:53.730" v="40576" actId="255"/>
          <ac:spMkLst>
            <pc:docMk/>
            <pc:sldMk cId="2907781345" sldId="348"/>
            <ac:spMk id="6" creationId="{8A0BAE10-A955-4236-9445-F72EEE14E523}"/>
          </ac:spMkLst>
        </pc:spChg>
      </pc:sldChg>
      <pc:sldChg chg="modSp add mod">
        <pc:chgData name="Fabio Bittencourt" userId="9399af9f441dfb25" providerId="LiveId" clId="{87FEEC51-4A4D-4000-AFF7-19B075429E2B}" dt="2026-04-19T23:01:19.648" v="40624" actId="255"/>
        <pc:sldMkLst>
          <pc:docMk/>
          <pc:sldMk cId="1632820625" sldId="349"/>
        </pc:sldMkLst>
        <pc:spChg chg="mod">
          <ac:chgData name="Fabio Bittencourt" userId="9399af9f441dfb25" providerId="LiveId" clId="{87FEEC51-4A4D-4000-AFF7-19B075429E2B}" dt="2026-04-19T23:01:13.600" v="40623"/>
          <ac:spMkLst>
            <pc:docMk/>
            <pc:sldMk cId="1632820625" sldId="349"/>
            <ac:spMk id="4" creationId="{0BC8D165-B75F-48D1-A8CB-4126C958CF61}"/>
          </ac:spMkLst>
        </pc:spChg>
        <pc:spChg chg="mod">
          <ac:chgData name="Fabio Bittencourt" userId="9399af9f441dfb25" providerId="LiveId" clId="{87FEEC51-4A4D-4000-AFF7-19B075429E2B}" dt="2026-04-19T23:01:19.648" v="40624" actId="255"/>
          <ac:spMkLst>
            <pc:docMk/>
            <pc:sldMk cId="1632820625" sldId="349"/>
            <ac:spMk id="6" creationId="{8A0BAE10-A955-4236-9445-F72EEE14E523}"/>
          </ac:spMkLst>
        </pc:spChg>
      </pc:sldChg>
      <pc:sldChg chg="modSp add mod">
        <pc:chgData name="Fabio Bittencourt" userId="9399af9f441dfb25" providerId="LiveId" clId="{87FEEC51-4A4D-4000-AFF7-19B075429E2B}" dt="2026-04-19T23:04:01.004" v="40669"/>
        <pc:sldMkLst>
          <pc:docMk/>
          <pc:sldMk cId="2535601542" sldId="350"/>
        </pc:sldMkLst>
        <pc:spChg chg="mod">
          <ac:chgData name="Fabio Bittencourt" userId="9399af9f441dfb25" providerId="LiveId" clId="{87FEEC51-4A4D-4000-AFF7-19B075429E2B}" dt="2026-04-19T23:04:01.004" v="40669"/>
          <ac:spMkLst>
            <pc:docMk/>
            <pc:sldMk cId="2535601542" sldId="350"/>
            <ac:spMk id="4" creationId="{0BC8D165-B75F-48D1-A8CB-4126C958CF61}"/>
          </ac:spMkLst>
        </pc:spChg>
        <pc:spChg chg="mod">
          <ac:chgData name="Fabio Bittencourt" userId="9399af9f441dfb25" providerId="LiveId" clId="{87FEEC51-4A4D-4000-AFF7-19B075429E2B}" dt="2026-04-19T23:01:38.765" v="40634" actId="5793"/>
          <ac:spMkLst>
            <pc:docMk/>
            <pc:sldMk cId="2535601542" sldId="350"/>
            <ac:spMk id="6" creationId="{8A0BAE10-A955-4236-9445-F72EEE14E523}"/>
          </ac:spMkLst>
        </pc:spChg>
        <pc:cxnChg chg="mod">
          <ac:chgData name="Fabio Bittencourt" userId="9399af9f441dfb25" providerId="LiveId" clId="{87FEEC51-4A4D-4000-AFF7-19B075429E2B}" dt="2026-04-19T23:01:42.835" v="40636" actId="14100"/>
          <ac:cxnSpMkLst>
            <pc:docMk/>
            <pc:sldMk cId="2535601542" sldId="350"/>
            <ac:cxnSpMk id="3" creationId="{3F897C13-6669-44C6-901B-ED4BE231452C}"/>
          </ac:cxnSpMkLst>
        </pc:cxnChg>
        <pc:cxnChg chg="mod">
          <ac:chgData name="Fabio Bittencourt" userId="9399af9f441dfb25" providerId="LiveId" clId="{87FEEC51-4A4D-4000-AFF7-19B075429E2B}" dt="2026-04-19T23:01:55.750" v="40640" actId="14100"/>
          <ac:cxnSpMkLst>
            <pc:docMk/>
            <pc:sldMk cId="2535601542" sldId="350"/>
            <ac:cxnSpMk id="7" creationId="{5FE9006F-F2F2-4F2C-B09B-5F139AD0BA3A}"/>
          </ac:cxnSpMkLst>
        </pc:cxnChg>
        <pc:cxnChg chg="mod">
          <ac:chgData name="Fabio Bittencourt" userId="9399af9f441dfb25" providerId="LiveId" clId="{87FEEC51-4A4D-4000-AFF7-19B075429E2B}" dt="2026-04-19T23:02:00.716" v="40642" actId="14100"/>
          <ac:cxnSpMkLst>
            <pc:docMk/>
            <pc:sldMk cId="2535601542" sldId="350"/>
            <ac:cxnSpMk id="9" creationId="{7E438F42-A149-4DD4-BD35-B106ED69DBD9}"/>
          </ac:cxnSpMkLst>
        </pc:cxnChg>
        <pc:cxnChg chg="mod">
          <ac:chgData name="Fabio Bittencourt" userId="9399af9f441dfb25" providerId="LiveId" clId="{87FEEC51-4A4D-4000-AFF7-19B075429E2B}" dt="2026-04-19T23:02:06.691" v="40644" actId="14100"/>
          <ac:cxnSpMkLst>
            <pc:docMk/>
            <pc:sldMk cId="2535601542" sldId="350"/>
            <ac:cxnSpMk id="11" creationId="{B34A493E-BC0B-4241-BE2A-8EDE803AE182}"/>
          </ac:cxnSpMkLst>
        </pc:cxnChg>
      </pc:sldChg>
      <pc:sldChg chg="modSp add mod">
        <pc:chgData name="Fabio Bittencourt" userId="9399af9f441dfb25" providerId="LiveId" clId="{87FEEC51-4A4D-4000-AFF7-19B075429E2B}" dt="2026-04-19T23:04:05.276" v="40670"/>
        <pc:sldMkLst>
          <pc:docMk/>
          <pc:sldMk cId="1750328619" sldId="351"/>
        </pc:sldMkLst>
        <pc:spChg chg="mod">
          <ac:chgData name="Fabio Bittencourt" userId="9399af9f441dfb25" providerId="LiveId" clId="{87FEEC51-4A4D-4000-AFF7-19B075429E2B}" dt="2026-04-19T23:04:05.276" v="40670"/>
          <ac:spMkLst>
            <pc:docMk/>
            <pc:sldMk cId="1750328619" sldId="351"/>
            <ac:spMk id="4" creationId="{0BC8D165-B75F-48D1-A8CB-4126C958CF61}"/>
          </ac:spMkLst>
        </pc:spChg>
        <pc:spChg chg="mod">
          <ac:chgData name="Fabio Bittencourt" userId="9399af9f441dfb25" providerId="LiveId" clId="{87FEEC51-4A4D-4000-AFF7-19B075429E2B}" dt="2026-04-19T23:02:27.485" v="40653" actId="20577"/>
          <ac:spMkLst>
            <pc:docMk/>
            <pc:sldMk cId="1750328619" sldId="351"/>
            <ac:spMk id="6" creationId="{8A0BAE10-A955-4236-9445-F72EEE14E523}"/>
          </ac:spMkLst>
        </pc:spChg>
        <pc:cxnChg chg="mod">
          <ac:chgData name="Fabio Bittencourt" userId="9399af9f441dfb25" providerId="LiveId" clId="{87FEEC51-4A4D-4000-AFF7-19B075429E2B}" dt="2026-04-19T23:02:35.604" v="40655" actId="14100"/>
          <ac:cxnSpMkLst>
            <pc:docMk/>
            <pc:sldMk cId="1750328619" sldId="351"/>
            <ac:cxnSpMk id="3" creationId="{3F897C13-6669-44C6-901B-ED4BE231452C}"/>
          </ac:cxnSpMkLst>
        </pc:cxnChg>
        <pc:cxnChg chg="mod">
          <ac:chgData name="Fabio Bittencourt" userId="9399af9f441dfb25" providerId="LiveId" clId="{87FEEC51-4A4D-4000-AFF7-19B075429E2B}" dt="2026-04-19T23:02:40.227" v="40657" actId="14100"/>
          <ac:cxnSpMkLst>
            <pc:docMk/>
            <pc:sldMk cId="1750328619" sldId="351"/>
            <ac:cxnSpMk id="7" creationId="{5FE9006F-F2F2-4F2C-B09B-5F139AD0BA3A}"/>
          </ac:cxnSpMkLst>
        </pc:cxnChg>
        <pc:cxnChg chg="mod">
          <ac:chgData name="Fabio Bittencourt" userId="9399af9f441dfb25" providerId="LiveId" clId="{87FEEC51-4A4D-4000-AFF7-19B075429E2B}" dt="2026-04-19T23:02:51.252" v="40661" actId="14100"/>
          <ac:cxnSpMkLst>
            <pc:docMk/>
            <pc:sldMk cId="1750328619" sldId="351"/>
            <ac:cxnSpMk id="8" creationId="{7EEA8CF0-3D2C-4D4D-B5CE-2FE6DB203E9E}"/>
          </ac:cxnSpMkLst>
        </pc:cxnChg>
        <pc:cxnChg chg="mod">
          <ac:chgData name="Fabio Bittencourt" userId="9399af9f441dfb25" providerId="LiveId" clId="{87FEEC51-4A4D-4000-AFF7-19B075429E2B}" dt="2026-04-19T23:02:45.612" v="40659" actId="14100"/>
          <ac:cxnSpMkLst>
            <pc:docMk/>
            <pc:sldMk cId="1750328619" sldId="351"/>
            <ac:cxnSpMk id="9" creationId="{7E438F42-A149-4DD4-BD35-B106ED69DBD9}"/>
          </ac:cxnSpMkLst>
        </pc:cxnChg>
        <pc:cxnChg chg="mod">
          <ac:chgData name="Fabio Bittencourt" userId="9399af9f441dfb25" providerId="LiveId" clId="{87FEEC51-4A4D-4000-AFF7-19B075429E2B}" dt="2026-04-19T23:03:31.613" v="40667" actId="1076"/>
          <ac:cxnSpMkLst>
            <pc:docMk/>
            <pc:sldMk cId="1750328619" sldId="351"/>
            <ac:cxnSpMk id="11" creationId="{B34A493E-BC0B-4241-BE2A-8EDE803AE182}"/>
          </ac:cxnSpMkLst>
        </pc:cxnChg>
        <pc:cxnChg chg="mod">
          <ac:chgData name="Fabio Bittencourt" userId="9399af9f441dfb25" providerId="LiveId" clId="{87FEEC51-4A4D-4000-AFF7-19B075429E2B}" dt="2026-04-19T23:03:17.437" v="40663" actId="14100"/>
          <ac:cxnSpMkLst>
            <pc:docMk/>
            <pc:sldMk cId="1750328619" sldId="351"/>
            <ac:cxnSpMk id="12" creationId="{B7167077-1E14-416C-9EF2-442FBE84D00B}"/>
          </ac:cxnSpMkLst>
        </pc:cxnChg>
        <pc:cxnChg chg="mod">
          <ac:chgData name="Fabio Bittencourt" userId="9399af9f441dfb25" providerId="LiveId" clId="{87FEEC51-4A4D-4000-AFF7-19B075429E2B}" dt="2026-04-19T23:03:21.117" v="40664" actId="1076"/>
          <ac:cxnSpMkLst>
            <pc:docMk/>
            <pc:sldMk cId="1750328619" sldId="351"/>
            <ac:cxnSpMk id="14" creationId="{F00A63A3-4C82-4979-ACE5-8B9B08BADE93}"/>
          </ac:cxnSpMkLst>
        </pc:cxnChg>
        <pc:cxnChg chg="mod">
          <ac:chgData name="Fabio Bittencourt" userId="9399af9f441dfb25" providerId="LiveId" clId="{87FEEC51-4A4D-4000-AFF7-19B075429E2B}" dt="2026-04-19T23:03:28.341" v="40666" actId="14100"/>
          <ac:cxnSpMkLst>
            <pc:docMk/>
            <pc:sldMk cId="1750328619" sldId="351"/>
            <ac:cxnSpMk id="18" creationId="{A9E48678-C8A3-48C1-82AB-D330C934ADB3}"/>
          </ac:cxnSpMkLst>
        </pc:cxnChg>
      </pc:sldChg>
      <pc:sldChg chg="add del">
        <pc:chgData name="Fabio Bittencourt" userId="9399af9f441dfb25" providerId="LiveId" clId="{87FEEC51-4A4D-4000-AFF7-19B075429E2B}" dt="2026-04-19T23:03:50.333" v="40668" actId="47"/>
        <pc:sldMkLst>
          <pc:docMk/>
          <pc:sldMk cId="2968803152" sldId="352"/>
        </pc:sldMkLst>
      </pc:sldChg>
      <pc:sldChg chg="modSp add">
        <pc:chgData name="Fabio Bittencourt" userId="9399af9f441dfb25" providerId="LiveId" clId="{87FEEC51-4A4D-4000-AFF7-19B075429E2B}" dt="2026-04-19T23:04:08.817" v="40671"/>
        <pc:sldMkLst>
          <pc:docMk/>
          <pc:sldMk cId="2192862946" sldId="353"/>
        </pc:sldMkLst>
        <pc:spChg chg="mod">
          <ac:chgData name="Fabio Bittencourt" userId="9399af9f441dfb25" providerId="LiveId" clId="{87FEEC51-4A4D-4000-AFF7-19B075429E2B}" dt="2026-04-19T23:04:08.817" v="40671"/>
          <ac:spMkLst>
            <pc:docMk/>
            <pc:sldMk cId="2192862946" sldId="353"/>
            <ac:spMk id="4" creationId="{0BC8D165-B75F-48D1-A8CB-4126C958CF61}"/>
          </ac:spMkLst>
        </pc:spChg>
      </pc:sldChg>
      <pc:sldChg chg="modSp add mod">
        <pc:chgData name="Fabio Bittencourt" userId="9399af9f441dfb25" providerId="LiveId" clId="{87FEEC51-4A4D-4000-AFF7-19B075429E2B}" dt="2026-04-19T23:04:15.665" v="40673" actId="255"/>
        <pc:sldMkLst>
          <pc:docMk/>
          <pc:sldMk cId="1680520711" sldId="354"/>
        </pc:sldMkLst>
        <pc:spChg chg="mod">
          <ac:chgData name="Fabio Bittencourt" userId="9399af9f441dfb25" providerId="LiveId" clId="{87FEEC51-4A4D-4000-AFF7-19B075429E2B}" dt="2026-04-19T23:04:12.110" v="40672"/>
          <ac:spMkLst>
            <pc:docMk/>
            <pc:sldMk cId="1680520711" sldId="354"/>
            <ac:spMk id="4" creationId="{0BC8D165-B75F-48D1-A8CB-4126C958CF61}"/>
          </ac:spMkLst>
        </pc:spChg>
        <pc:spChg chg="mod">
          <ac:chgData name="Fabio Bittencourt" userId="9399af9f441dfb25" providerId="LiveId" clId="{87FEEC51-4A4D-4000-AFF7-19B075429E2B}" dt="2026-04-19T23:04:15.665" v="40673" actId="255"/>
          <ac:spMkLst>
            <pc:docMk/>
            <pc:sldMk cId="1680520711" sldId="354"/>
            <ac:spMk id="6" creationId="{8A0BAE10-A955-4236-9445-F72EEE14E523}"/>
          </ac:spMkLst>
        </pc:spChg>
      </pc:sldChg>
      <pc:sldChg chg="modSp add mod">
        <pc:chgData name="Fabio Bittencourt" userId="9399af9f441dfb25" providerId="LiveId" clId="{87FEEC51-4A4D-4000-AFF7-19B075429E2B}" dt="2026-04-19T23:04:25.008" v="40675" actId="255"/>
        <pc:sldMkLst>
          <pc:docMk/>
          <pc:sldMk cId="602914192" sldId="355"/>
        </pc:sldMkLst>
        <pc:spChg chg="mod">
          <ac:chgData name="Fabio Bittencourt" userId="9399af9f441dfb25" providerId="LiveId" clId="{87FEEC51-4A4D-4000-AFF7-19B075429E2B}" dt="2026-04-19T23:04:20.112" v="40674"/>
          <ac:spMkLst>
            <pc:docMk/>
            <pc:sldMk cId="602914192" sldId="355"/>
            <ac:spMk id="4" creationId="{0BC8D165-B75F-48D1-A8CB-4126C958CF61}"/>
          </ac:spMkLst>
        </pc:spChg>
        <pc:spChg chg="mod">
          <ac:chgData name="Fabio Bittencourt" userId="9399af9f441dfb25" providerId="LiveId" clId="{87FEEC51-4A4D-4000-AFF7-19B075429E2B}" dt="2026-04-19T23:04:25.008" v="40675" actId="255"/>
          <ac:spMkLst>
            <pc:docMk/>
            <pc:sldMk cId="602914192" sldId="355"/>
            <ac:spMk id="6" creationId="{8A0BAE10-A955-4236-9445-F72EEE14E523}"/>
          </ac:spMkLst>
        </pc:spChg>
      </pc:sldChg>
      <pc:sldChg chg="modSp add mod">
        <pc:chgData name="Fabio Bittencourt" userId="9399af9f441dfb25" providerId="LiveId" clId="{87FEEC51-4A4D-4000-AFF7-19B075429E2B}" dt="2026-04-19T23:04:34.306" v="40677" actId="255"/>
        <pc:sldMkLst>
          <pc:docMk/>
          <pc:sldMk cId="1132086431" sldId="356"/>
        </pc:sldMkLst>
        <pc:spChg chg="mod">
          <ac:chgData name="Fabio Bittencourt" userId="9399af9f441dfb25" providerId="LiveId" clId="{87FEEC51-4A4D-4000-AFF7-19B075429E2B}" dt="2026-04-19T23:04:30.026" v="40676"/>
          <ac:spMkLst>
            <pc:docMk/>
            <pc:sldMk cId="1132086431" sldId="356"/>
            <ac:spMk id="4" creationId="{0BC8D165-B75F-48D1-A8CB-4126C958CF61}"/>
          </ac:spMkLst>
        </pc:spChg>
        <pc:spChg chg="mod">
          <ac:chgData name="Fabio Bittencourt" userId="9399af9f441dfb25" providerId="LiveId" clId="{87FEEC51-4A4D-4000-AFF7-19B075429E2B}" dt="2026-04-19T23:04:34.306" v="40677" actId="255"/>
          <ac:spMkLst>
            <pc:docMk/>
            <pc:sldMk cId="1132086431" sldId="356"/>
            <ac:spMk id="6" creationId="{8A0BAE10-A955-4236-9445-F72EEE14E523}"/>
          </ac:spMkLst>
        </pc:spChg>
      </pc:sldChg>
      <pc:sldChg chg="modSp add mod">
        <pc:chgData name="Fabio Bittencourt" userId="9399af9f441dfb25" providerId="LiveId" clId="{87FEEC51-4A4D-4000-AFF7-19B075429E2B}" dt="2026-04-19T23:04:46.148" v="40679" actId="255"/>
        <pc:sldMkLst>
          <pc:docMk/>
          <pc:sldMk cId="3013352289" sldId="357"/>
        </pc:sldMkLst>
        <pc:spChg chg="mod">
          <ac:chgData name="Fabio Bittencourt" userId="9399af9f441dfb25" providerId="LiveId" clId="{87FEEC51-4A4D-4000-AFF7-19B075429E2B}" dt="2026-04-19T23:04:39.534" v="40678"/>
          <ac:spMkLst>
            <pc:docMk/>
            <pc:sldMk cId="3013352289" sldId="357"/>
            <ac:spMk id="4" creationId="{0BC8D165-B75F-48D1-A8CB-4126C958CF61}"/>
          </ac:spMkLst>
        </pc:spChg>
        <pc:spChg chg="mod">
          <ac:chgData name="Fabio Bittencourt" userId="9399af9f441dfb25" providerId="LiveId" clId="{87FEEC51-4A4D-4000-AFF7-19B075429E2B}" dt="2026-04-19T23:04:46.148" v="40679" actId="255"/>
          <ac:spMkLst>
            <pc:docMk/>
            <pc:sldMk cId="3013352289" sldId="357"/>
            <ac:spMk id="6" creationId="{8A0BAE10-A955-4236-9445-F72EEE14E523}"/>
          </ac:spMkLst>
        </pc:spChg>
      </pc:sldChg>
      <pc:sldChg chg="modSp add del mod ord">
        <pc:chgData name="Fabio Bittencourt" userId="9399af9f441dfb25" providerId="LiveId" clId="{87FEEC51-4A4D-4000-AFF7-19B075429E2B}" dt="2026-04-19T02:12:03.538" v="22296" actId="20577"/>
        <pc:sldMkLst>
          <pc:docMk/>
          <pc:sldMk cId="850751447" sldId="358"/>
        </pc:sldMkLst>
        <pc:spChg chg="mod">
          <ac:chgData name="Fabio Bittencourt" userId="9399af9f441dfb25" providerId="LiveId" clId="{87FEEC51-4A4D-4000-AFF7-19B075429E2B}" dt="2026-04-19T02:12:03.538" v="22296" actId="20577"/>
          <ac:spMkLst>
            <pc:docMk/>
            <pc:sldMk cId="850751447" sldId="358"/>
            <ac:spMk id="2" creationId="{FB8FFC78-E2EF-7447-00DF-606150B77D44}"/>
          </ac:spMkLst>
        </pc:spChg>
      </pc:sldChg>
      <pc:sldChg chg="modSp add">
        <pc:chgData name="Fabio Bittencourt" userId="9399af9f441dfb25" providerId="LiveId" clId="{87FEEC51-4A4D-4000-AFF7-19B075429E2B}" dt="2026-04-19T23:04:59.407" v="40682"/>
        <pc:sldMkLst>
          <pc:docMk/>
          <pc:sldMk cId="2593109471" sldId="359"/>
        </pc:sldMkLst>
        <pc:spChg chg="mod">
          <ac:chgData name="Fabio Bittencourt" userId="9399af9f441dfb25" providerId="LiveId" clId="{87FEEC51-4A4D-4000-AFF7-19B075429E2B}" dt="2026-04-19T23:04:59.407" v="40682"/>
          <ac:spMkLst>
            <pc:docMk/>
            <pc:sldMk cId="2593109471" sldId="359"/>
            <ac:spMk id="4" creationId="{0BC8D165-B75F-48D1-A8CB-4126C958CF61}"/>
          </ac:spMkLst>
        </pc:spChg>
      </pc:sldChg>
      <pc:sldChg chg="addSp delSp modSp add mod ord">
        <pc:chgData name="Fabio Bittencourt" userId="9399af9f441dfb25" providerId="LiveId" clId="{87FEEC51-4A4D-4000-AFF7-19B075429E2B}" dt="2026-04-19T05:12:10.230" v="26865" actId="255"/>
        <pc:sldMkLst>
          <pc:docMk/>
          <pc:sldMk cId="1624693146" sldId="385"/>
        </pc:sldMkLst>
        <pc:spChg chg="mod">
          <ac:chgData name="Fabio Bittencourt" userId="9399af9f441dfb25" providerId="LiveId" clId="{87FEEC51-4A4D-4000-AFF7-19B075429E2B}" dt="2026-04-19T02:13:25.280" v="22334" actId="20577"/>
          <ac:spMkLst>
            <pc:docMk/>
            <pc:sldMk cId="1624693146" sldId="385"/>
            <ac:spMk id="4" creationId="{B3E9F31C-3C67-CFE1-D84A-64CA770EF212}"/>
          </ac:spMkLst>
        </pc:spChg>
        <pc:spChg chg="mod">
          <ac:chgData name="Fabio Bittencourt" userId="9399af9f441dfb25" providerId="LiveId" clId="{87FEEC51-4A4D-4000-AFF7-19B075429E2B}" dt="2026-04-19T05:12:10.230" v="26865" actId="255"/>
          <ac:spMkLst>
            <pc:docMk/>
            <pc:sldMk cId="1624693146" sldId="385"/>
            <ac:spMk id="6" creationId="{23BCCD4D-49FC-EF9E-7536-151959D3C66E}"/>
          </ac:spMkLst>
        </pc:spChg>
        <pc:picChg chg="add del mod">
          <ac:chgData name="Fabio Bittencourt" userId="9399af9f441dfb25" providerId="LiveId" clId="{87FEEC51-4A4D-4000-AFF7-19B075429E2B}" dt="2026-04-19T02:18:22.315" v="22412" actId="478"/>
          <ac:picMkLst>
            <pc:docMk/>
            <pc:sldMk cId="1624693146" sldId="385"/>
            <ac:picMk id="1026" creationId="{F9B0F04C-7240-BAA9-9359-36A6429F8F45}"/>
          </ac:picMkLst>
        </pc:picChg>
        <pc:picChg chg="add mod">
          <ac:chgData name="Fabio Bittencourt" userId="9399af9f441dfb25" providerId="LiveId" clId="{87FEEC51-4A4D-4000-AFF7-19B075429E2B}" dt="2026-04-19T02:18:38.336" v="22417" actId="1076"/>
          <ac:picMkLst>
            <pc:docMk/>
            <pc:sldMk cId="1624693146" sldId="385"/>
            <ac:picMk id="1028" creationId="{92743665-C933-4EE7-05DE-C324F4BE3BD5}"/>
          </ac:picMkLst>
        </pc:picChg>
      </pc:sldChg>
      <pc:sldChg chg="delSp modSp add mod">
        <pc:chgData name="Fabio Bittencourt" userId="9399af9f441dfb25" providerId="LiveId" clId="{87FEEC51-4A4D-4000-AFF7-19B075429E2B}" dt="2026-04-19T05:12:25.172" v="26867" actId="1076"/>
        <pc:sldMkLst>
          <pc:docMk/>
          <pc:sldMk cId="3998546210" sldId="386"/>
        </pc:sldMkLst>
        <pc:spChg chg="mod">
          <ac:chgData name="Fabio Bittencourt" userId="9399af9f441dfb25" providerId="LiveId" clId="{87FEEC51-4A4D-4000-AFF7-19B075429E2B}" dt="2026-04-19T05:12:25.172" v="26867" actId="1076"/>
          <ac:spMkLst>
            <pc:docMk/>
            <pc:sldMk cId="3998546210" sldId="386"/>
            <ac:spMk id="6" creationId="{ED0979F7-F876-5FE3-E3EE-3C689939E00C}"/>
          </ac:spMkLst>
        </pc:spChg>
        <pc:picChg chg="del">
          <ac:chgData name="Fabio Bittencourt" userId="9399af9f441dfb25" providerId="LiveId" clId="{87FEEC51-4A4D-4000-AFF7-19B075429E2B}" dt="2026-04-19T02:22:15.267" v="22419" actId="478"/>
          <ac:picMkLst>
            <pc:docMk/>
            <pc:sldMk cId="3998546210" sldId="386"/>
            <ac:picMk id="1028" creationId="{F057914E-9C21-4465-C436-C58485D8AA84}"/>
          </ac:picMkLst>
        </pc:picChg>
      </pc:sldChg>
      <pc:sldChg chg="modSp add del mod">
        <pc:chgData name="Fabio Bittencourt" userId="9399af9f441dfb25" providerId="LiveId" clId="{87FEEC51-4A4D-4000-AFF7-19B075429E2B}" dt="2026-04-19T02:15:54.748" v="22335" actId="47"/>
        <pc:sldMkLst>
          <pc:docMk/>
          <pc:sldMk cId="4104329185" sldId="386"/>
        </pc:sldMkLst>
      </pc:sldChg>
      <pc:sldChg chg="modSp add mod ord">
        <pc:chgData name="Fabio Bittencourt" userId="9399af9f441dfb25" providerId="LiveId" clId="{87FEEC51-4A4D-4000-AFF7-19B075429E2B}" dt="2026-04-19T03:03:07.122" v="23515" actId="20577"/>
        <pc:sldMkLst>
          <pc:docMk/>
          <pc:sldMk cId="3274536004" sldId="387"/>
        </pc:sldMkLst>
        <pc:spChg chg="mod">
          <ac:chgData name="Fabio Bittencourt" userId="9399af9f441dfb25" providerId="LiveId" clId="{87FEEC51-4A4D-4000-AFF7-19B075429E2B}" dt="2026-04-19T03:03:07.122" v="23515" actId="20577"/>
          <ac:spMkLst>
            <pc:docMk/>
            <pc:sldMk cId="3274536004" sldId="387"/>
            <ac:spMk id="2" creationId="{4CC885A5-F821-1089-9FE4-D0EEF272B887}"/>
          </ac:spMkLst>
        </pc:spChg>
      </pc:sldChg>
      <pc:sldChg chg="modSp add mod ord">
        <pc:chgData name="Fabio Bittencourt" userId="9399af9f441dfb25" providerId="LiveId" clId="{87FEEC51-4A4D-4000-AFF7-19B075429E2B}" dt="2026-04-19T03:38:57.217" v="24464" actId="113"/>
        <pc:sldMkLst>
          <pc:docMk/>
          <pc:sldMk cId="3191923489" sldId="388"/>
        </pc:sldMkLst>
        <pc:spChg chg="mod">
          <ac:chgData name="Fabio Bittencourt" userId="9399af9f441dfb25" providerId="LiveId" clId="{87FEEC51-4A4D-4000-AFF7-19B075429E2B}" dt="2026-04-19T03:05:12.419" v="23525" actId="20577"/>
          <ac:spMkLst>
            <pc:docMk/>
            <pc:sldMk cId="3191923489" sldId="388"/>
            <ac:spMk id="4" creationId="{54A36CF4-8A5D-5D06-6311-9029EDEC899F}"/>
          </ac:spMkLst>
        </pc:spChg>
        <pc:spChg chg="mod">
          <ac:chgData name="Fabio Bittencourt" userId="9399af9f441dfb25" providerId="LiveId" clId="{87FEEC51-4A4D-4000-AFF7-19B075429E2B}" dt="2026-04-19T03:38:57.217" v="24464" actId="113"/>
          <ac:spMkLst>
            <pc:docMk/>
            <pc:sldMk cId="3191923489" sldId="388"/>
            <ac:spMk id="6" creationId="{0CA9BFF0-3113-B27B-26D6-D6E2DD2F67FF}"/>
          </ac:spMkLst>
        </pc:spChg>
      </pc:sldChg>
      <pc:sldChg chg="modSp add mod">
        <pc:chgData name="Fabio Bittencourt" userId="9399af9f441dfb25" providerId="LiveId" clId="{87FEEC51-4A4D-4000-AFF7-19B075429E2B}" dt="2026-04-19T05:13:01.988" v="26874" actId="20577"/>
        <pc:sldMkLst>
          <pc:docMk/>
          <pc:sldMk cId="3976448499" sldId="389"/>
        </pc:sldMkLst>
        <pc:spChg chg="mod">
          <ac:chgData name="Fabio Bittencourt" userId="9399af9f441dfb25" providerId="LiveId" clId="{87FEEC51-4A4D-4000-AFF7-19B075429E2B}" dt="2026-04-19T05:13:01.988" v="26874" actId="20577"/>
          <ac:spMkLst>
            <pc:docMk/>
            <pc:sldMk cId="3976448499" sldId="389"/>
            <ac:spMk id="6" creationId="{2D5D79AE-BC23-CADE-5C7E-B97E49745C51}"/>
          </ac:spMkLst>
        </pc:spChg>
      </pc:sldChg>
      <pc:sldChg chg="modSp add mod">
        <pc:chgData name="Fabio Bittencourt" userId="9399af9f441dfb25" providerId="LiveId" clId="{87FEEC51-4A4D-4000-AFF7-19B075429E2B}" dt="2026-04-19T05:13:32.664" v="26886" actId="21"/>
        <pc:sldMkLst>
          <pc:docMk/>
          <pc:sldMk cId="1283332000" sldId="390"/>
        </pc:sldMkLst>
        <pc:spChg chg="mod">
          <ac:chgData name="Fabio Bittencourt" userId="9399af9f441dfb25" providerId="LiveId" clId="{87FEEC51-4A4D-4000-AFF7-19B075429E2B}" dt="2026-04-19T05:13:32.664" v="26886" actId="21"/>
          <ac:spMkLst>
            <pc:docMk/>
            <pc:sldMk cId="1283332000" sldId="390"/>
            <ac:spMk id="6" creationId="{BA2863DF-CFB2-FCF7-3A5D-2128DE699884}"/>
          </ac:spMkLst>
        </pc:spChg>
      </pc:sldChg>
      <pc:sldChg chg="modSp add mod">
        <pc:chgData name="Fabio Bittencourt" userId="9399af9f441dfb25" providerId="LiveId" clId="{87FEEC51-4A4D-4000-AFF7-19B075429E2B}" dt="2026-04-19T05:15:24.981" v="27060" actId="20577"/>
        <pc:sldMkLst>
          <pc:docMk/>
          <pc:sldMk cId="3952151263" sldId="391"/>
        </pc:sldMkLst>
        <pc:spChg chg="mod">
          <ac:chgData name="Fabio Bittencourt" userId="9399af9f441dfb25" providerId="LiveId" clId="{87FEEC51-4A4D-4000-AFF7-19B075429E2B}" dt="2026-04-19T05:15:24.981" v="27060" actId="20577"/>
          <ac:spMkLst>
            <pc:docMk/>
            <pc:sldMk cId="3952151263" sldId="391"/>
            <ac:spMk id="6" creationId="{AFF4D615-E3ED-4697-BD38-4E46AF9545E8}"/>
          </ac:spMkLst>
        </pc:spChg>
      </pc:sldChg>
      <pc:sldChg chg="modSp add mod">
        <pc:chgData name="Fabio Bittencourt" userId="9399af9f441dfb25" providerId="LiveId" clId="{87FEEC51-4A4D-4000-AFF7-19B075429E2B}" dt="2026-04-19T05:24:22.427" v="27851" actId="20577"/>
        <pc:sldMkLst>
          <pc:docMk/>
          <pc:sldMk cId="316505493" sldId="392"/>
        </pc:sldMkLst>
        <pc:spChg chg="mod">
          <ac:chgData name="Fabio Bittencourt" userId="9399af9f441dfb25" providerId="LiveId" clId="{87FEEC51-4A4D-4000-AFF7-19B075429E2B}" dt="2026-04-19T05:24:22.427" v="27851" actId="20577"/>
          <ac:spMkLst>
            <pc:docMk/>
            <pc:sldMk cId="316505493" sldId="392"/>
            <ac:spMk id="6" creationId="{058445CF-1E23-32F3-3BAE-76EEA8EF3303}"/>
          </ac:spMkLst>
        </pc:spChg>
      </pc:sldChg>
      <pc:sldChg chg="modSp add mod">
        <pc:chgData name="Fabio Bittencourt" userId="9399af9f441dfb25" providerId="LiveId" clId="{87FEEC51-4A4D-4000-AFF7-19B075429E2B}" dt="2026-04-19T15:44:56.982" v="28859" actId="20577"/>
        <pc:sldMkLst>
          <pc:docMk/>
          <pc:sldMk cId="215894489" sldId="393"/>
        </pc:sldMkLst>
        <pc:spChg chg="mod">
          <ac:chgData name="Fabio Bittencourt" userId="9399af9f441dfb25" providerId="LiveId" clId="{87FEEC51-4A4D-4000-AFF7-19B075429E2B}" dt="2026-04-19T15:44:56.982" v="28859" actId="20577"/>
          <ac:spMkLst>
            <pc:docMk/>
            <pc:sldMk cId="215894489" sldId="393"/>
            <ac:spMk id="6" creationId="{9738DBCE-EAB0-AE1F-110E-FA1535AEE0E6}"/>
          </ac:spMkLst>
        </pc:spChg>
      </pc:sldChg>
      <pc:sldChg chg="add">
        <pc:chgData name="Fabio Bittencourt" userId="9399af9f441dfb25" providerId="LiveId" clId="{87FEEC51-4A4D-4000-AFF7-19B075429E2B}" dt="2026-04-19T15:45:03.529" v="28860" actId="2890"/>
        <pc:sldMkLst>
          <pc:docMk/>
          <pc:sldMk cId="3816701590" sldId="394"/>
        </pc:sldMkLst>
      </pc:sldChg>
      <pc:sldChg chg="modSp add mod">
        <pc:chgData name="Fabio Bittencourt" userId="9399af9f441dfb25" providerId="LiveId" clId="{87FEEC51-4A4D-4000-AFF7-19B075429E2B}" dt="2026-04-19T18:18:24.424" v="29798" actId="20577"/>
        <pc:sldMkLst>
          <pc:docMk/>
          <pc:sldMk cId="3016373261" sldId="395"/>
        </pc:sldMkLst>
        <pc:spChg chg="mod">
          <ac:chgData name="Fabio Bittencourt" userId="9399af9f441dfb25" providerId="LiveId" clId="{87FEEC51-4A4D-4000-AFF7-19B075429E2B}" dt="2026-04-19T18:18:24.424" v="29798" actId="20577"/>
          <ac:spMkLst>
            <pc:docMk/>
            <pc:sldMk cId="3016373261" sldId="395"/>
            <ac:spMk id="6" creationId="{C4C88EBB-20F6-CCA0-D4E1-734CC648529B}"/>
          </ac:spMkLst>
        </pc:spChg>
      </pc:sldChg>
      <pc:sldChg chg="modSp add mod">
        <pc:chgData name="Fabio Bittencourt" userId="9399af9f441dfb25" providerId="LiveId" clId="{87FEEC51-4A4D-4000-AFF7-19B075429E2B}" dt="2026-04-19T18:21:50.956" v="29976" actId="20577"/>
        <pc:sldMkLst>
          <pc:docMk/>
          <pc:sldMk cId="2102459744" sldId="396"/>
        </pc:sldMkLst>
        <pc:spChg chg="mod">
          <ac:chgData name="Fabio Bittencourt" userId="9399af9f441dfb25" providerId="LiveId" clId="{87FEEC51-4A4D-4000-AFF7-19B075429E2B}" dt="2026-04-19T18:21:50.956" v="29976" actId="20577"/>
          <ac:spMkLst>
            <pc:docMk/>
            <pc:sldMk cId="2102459744" sldId="396"/>
            <ac:spMk id="6" creationId="{17BEDAAA-C5DB-CC04-1453-462227701122}"/>
          </ac:spMkLst>
        </pc:spChg>
      </pc:sldChg>
      <pc:sldChg chg="modSp add mod">
        <pc:chgData name="Fabio Bittencourt" userId="9399af9f441dfb25" providerId="LiveId" clId="{87FEEC51-4A4D-4000-AFF7-19B075429E2B}" dt="2026-04-19T19:01:09.038" v="30192" actId="20577"/>
        <pc:sldMkLst>
          <pc:docMk/>
          <pc:sldMk cId="932968869" sldId="397"/>
        </pc:sldMkLst>
        <pc:spChg chg="mod">
          <ac:chgData name="Fabio Bittencourt" userId="9399af9f441dfb25" providerId="LiveId" clId="{87FEEC51-4A4D-4000-AFF7-19B075429E2B}" dt="2026-04-19T18:23:55.065" v="29987" actId="20577"/>
          <ac:spMkLst>
            <pc:docMk/>
            <pc:sldMk cId="932968869" sldId="397"/>
            <ac:spMk id="4" creationId="{350475C1-8BFB-D365-585F-DE8F9D557B1B}"/>
          </ac:spMkLst>
        </pc:spChg>
        <pc:spChg chg="mod">
          <ac:chgData name="Fabio Bittencourt" userId="9399af9f441dfb25" providerId="LiveId" clId="{87FEEC51-4A4D-4000-AFF7-19B075429E2B}" dt="2026-04-19T19:01:09.038" v="30192" actId="20577"/>
          <ac:spMkLst>
            <pc:docMk/>
            <pc:sldMk cId="932968869" sldId="397"/>
            <ac:spMk id="6" creationId="{41168722-8A55-82D7-2554-F10D8C48F453}"/>
          </ac:spMkLst>
        </pc:spChg>
      </pc:sldChg>
      <pc:sldChg chg="modSp add mod ord">
        <pc:chgData name="Fabio Bittencourt" userId="9399af9f441dfb25" providerId="LiveId" clId="{87FEEC51-4A4D-4000-AFF7-19B075429E2B}" dt="2026-04-19T19:12:51.661" v="30833" actId="20577"/>
        <pc:sldMkLst>
          <pc:docMk/>
          <pc:sldMk cId="654798608" sldId="398"/>
        </pc:sldMkLst>
        <pc:spChg chg="mod">
          <ac:chgData name="Fabio Bittencourt" userId="9399af9f441dfb25" providerId="LiveId" clId="{87FEEC51-4A4D-4000-AFF7-19B075429E2B}" dt="2026-04-19T19:12:51.661" v="30833" actId="20577"/>
          <ac:spMkLst>
            <pc:docMk/>
            <pc:sldMk cId="654798608" sldId="398"/>
            <ac:spMk id="6" creationId="{E4E8FEBD-4E24-467E-EB74-3462C20259D8}"/>
          </ac:spMkLst>
        </pc:spChg>
      </pc:sldChg>
      <pc:sldChg chg="modSp add mod">
        <pc:chgData name="Fabio Bittencourt" userId="9399af9f441dfb25" providerId="LiveId" clId="{87FEEC51-4A4D-4000-AFF7-19B075429E2B}" dt="2026-04-19T19:26:52.309" v="31365" actId="20577"/>
        <pc:sldMkLst>
          <pc:docMk/>
          <pc:sldMk cId="2768059639" sldId="399"/>
        </pc:sldMkLst>
        <pc:spChg chg="mod">
          <ac:chgData name="Fabio Bittencourt" userId="9399af9f441dfb25" providerId="LiveId" clId="{87FEEC51-4A4D-4000-AFF7-19B075429E2B}" dt="2026-04-19T19:26:52.309" v="31365" actId="20577"/>
          <ac:spMkLst>
            <pc:docMk/>
            <pc:sldMk cId="2768059639" sldId="399"/>
            <ac:spMk id="6" creationId="{A5B0C5CF-4DE0-66DE-C745-F5171D2F3F08}"/>
          </ac:spMkLst>
        </pc:spChg>
      </pc:sldChg>
      <pc:sldChg chg="modSp add mod ord">
        <pc:chgData name="Fabio Bittencourt" userId="9399af9f441dfb25" providerId="LiveId" clId="{87FEEC51-4A4D-4000-AFF7-19B075429E2B}" dt="2026-04-19T19:28:49.721" v="31579" actId="20577"/>
        <pc:sldMkLst>
          <pc:docMk/>
          <pc:sldMk cId="2703505323" sldId="400"/>
        </pc:sldMkLst>
        <pc:spChg chg="mod">
          <ac:chgData name="Fabio Bittencourt" userId="9399af9f441dfb25" providerId="LiveId" clId="{87FEEC51-4A4D-4000-AFF7-19B075429E2B}" dt="2026-04-19T19:28:49.721" v="31579" actId="20577"/>
          <ac:spMkLst>
            <pc:docMk/>
            <pc:sldMk cId="2703505323" sldId="400"/>
            <ac:spMk id="6" creationId="{74B7FE84-4D8C-7416-C25D-FBC01ECF8553}"/>
          </ac:spMkLst>
        </pc:spChg>
      </pc:sldChg>
      <pc:sldChg chg="modSp add mod ord">
        <pc:chgData name="Fabio Bittencourt" userId="9399af9f441dfb25" providerId="LiveId" clId="{87FEEC51-4A4D-4000-AFF7-19B075429E2B}" dt="2026-04-19T19:33:24.410" v="31597" actId="20577"/>
        <pc:sldMkLst>
          <pc:docMk/>
          <pc:sldMk cId="2513604670" sldId="401"/>
        </pc:sldMkLst>
        <pc:spChg chg="mod">
          <ac:chgData name="Fabio Bittencourt" userId="9399af9f441dfb25" providerId="LiveId" clId="{87FEEC51-4A4D-4000-AFF7-19B075429E2B}" dt="2026-04-19T19:33:24.410" v="31597" actId="20577"/>
          <ac:spMkLst>
            <pc:docMk/>
            <pc:sldMk cId="2513604670" sldId="401"/>
            <ac:spMk id="2" creationId="{1933E307-90E1-F6C2-B5AC-A1E3A50AA769}"/>
          </ac:spMkLst>
        </pc:spChg>
      </pc:sldChg>
      <pc:sldChg chg="modSp add mod ord">
        <pc:chgData name="Fabio Bittencourt" userId="9399af9f441dfb25" providerId="LiveId" clId="{87FEEC51-4A4D-4000-AFF7-19B075429E2B}" dt="2026-04-19T20:15:11.822" v="32224" actId="20577"/>
        <pc:sldMkLst>
          <pc:docMk/>
          <pc:sldMk cId="1778094915" sldId="402"/>
        </pc:sldMkLst>
        <pc:spChg chg="mod">
          <ac:chgData name="Fabio Bittencourt" userId="9399af9f441dfb25" providerId="LiveId" clId="{87FEEC51-4A4D-4000-AFF7-19B075429E2B}" dt="2026-04-19T19:37:05.281" v="31622" actId="20577"/>
          <ac:spMkLst>
            <pc:docMk/>
            <pc:sldMk cId="1778094915" sldId="402"/>
            <ac:spMk id="4" creationId="{7CB8EBA1-F675-C652-844B-941FEA2A47F4}"/>
          </ac:spMkLst>
        </pc:spChg>
        <pc:spChg chg="mod">
          <ac:chgData name="Fabio Bittencourt" userId="9399af9f441dfb25" providerId="LiveId" clId="{87FEEC51-4A4D-4000-AFF7-19B075429E2B}" dt="2026-04-19T20:15:11.822" v="32224" actId="20577"/>
          <ac:spMkLst>
            <pc:docMk/>
            <pc:sldMk cId="1778094915" sldId="402"/>
            <ac:spMk id="6" creationId="{2AEE64C8-6D96-5B57-76BF-18198367F75A}"/>
          </ac:spMkLst>
        </pc:spChg>
      </pc:sldChg>
      <pc:sldChg chg="modSp add mod">
        <pc:chgData name="Fabio Bittencourt" userId="9399af9f441dfb25" providerId="LiveId" clId="{87FEEC51-4A4D-4000-AFF7-19B075429E2B}" dt="2026-04-19T20:35:19.355" v="33060" actId="114"/>
        <pc:sldMkLst>
          <pc:docMk/>
          <pc:sldMk cId="3032682636" sldId="403"/>
        </pc:sldMkLst>
        <pc:spChg chg="mod">
          <ac:chgData name="Fabio Bittencourt" userId="9399af9f441dfb25" providerId="LiveId" clId="{87FEEC51-4A4D-4000-AFF7-19B075429E2B}" dt="2026-04-19T20:35:19.355" v="33060" actId="114"/>
          <ac:spMkLst>
            <pc:docMk/>
            <pc:sldMk cId="3032682636" sldId="403"/>
            <ac:spMk id="6" creationId="{0BAD72F7-8D2C-A735-3B23-470DCC48E498}"/>
          </ac:spMkLst>
        </pc:spChg>
      </pc:sldChg>
      <pc:sldChg chg="addSp modSp add mod">
        <pc:chgData name="Fabio Bittencourt" userId="9399af9f441dfb25" providerId="LiveId" clId="{87FEEC51-4A4D-4000-AFF7-19B075429E2B}" dt="2026-04-19T20:39:12.753" v="33501" actId="14100"/>
        <pc:sldMkLst>
          <pc:docMk/>
          <pc:sldMk cId="3922587064" sldId="404"/>
        </pc:sldMkLst>
        <pc:spChg chg="mod">
          <ac:chgData name="Fabio Bittencourt" userId="9399af9f441dfb25" providerId="LiveId" clId="{87FEEC51-4A4D-4000-AFF7-19B075429E2B}" dt="2026-04-19T20:39:02.794" v="33497" actId="14100"/>
          <ac:spMkLst>
            <pc:docMk/>
            <pc:sldMk cId="3922587064" sldId="404"/>
            <ac:spMk id="6" creationId="{1FE493C4-4E02-9F7C-6367-EB7F1B36E173}"/>
          </ac:spMkLst>
        </pc:spChg>
        <pc:picChg chg="add mod">
          <ac:chgData name="Fabio Bittencourt" userId="9399af9f441dfb25" providerId="LiveId" clId="{87FEEC51-4A4D-4000-AFF7-19B075429E2B}" dt="2026-04-19T20:39:12.753" v="33501" actId="14100"/>
          <ac:picMkLst>
            <pc:docMk/>
            <pc:sldMk cId="3922587064" sldId="404"/>
            <ac:picMk id="3" creationId="{E97C3F24-9828-CBFB-37C8-6A5D8AB876C3}"/>
          </ac:picMkLst>
        </pc:picChg>
      </pc:sldChg>
      <pc:sldChg chg="modSp add mod">
        <pc:chgData name="Fabio Bittencourt" userId="9399af9f441dfb25" providerId="LiveId" clId="{87FEEC51-4A4D-4000-AFF7-19B075429E2B}" dt="2026-04-19T20:44:27.967" v="33520" actId="20577"/>
        <pc:sldMkLst>
          <pc:docMk/>
          <pc:sldMk cId="1104999564" sldId="405"/>
        </pc:sldMkLst>
        <pc:spChg chg="mod">
          <ac:chgData name="Fabio Bittencourt" userId="9399af9f441dfb25" providerId="LiveId" clId="{87FEEC51-4A4D-4000-AFF7-19B075429E2B}" dt="2026-04-19T20:44:27.967" v="33520" actId="20577"/>
          <ac:spMkLst>
            <pc:docMk/>
            <pc:sldMk cId="1104999564" sldId="405"/>
            <ac:spMk id="2" creationId="{6BBF620D-3557-EE54-E6B5-A68EC85D5366}"/>
          </ac:spMkLst>
        </pc:spChg>
      </pc:sldChg>
      <pc:sldChg chg="modSp add mod ord">
        <pc:chgData name="Fabio Bittencourt" userId="9399af9f441dfb25" providerId="LiveId" clId="{87FEEC51-4A4D-4000-AFF7-19B075429E2B}" dt="2026-04-19T20:53:45.362" v="34150" actId="113"/>
        <pc:sldMkLst>
          <pc:docMk/>
          <pc:sldMk cId="3158223920" sldId="406"/>
        </pc:sldMkLst>
        <pc:spChg chg="mod">
          <ac:chgData name="Fabio Bittencourt" userId="9399af9f441dfb25" providerId="LiveId" clId="{87FEEC51-4A4D-4000-AFF7-19B075429E2B}" dt="2026-04-19T20:48:09.053" v="33542" actId="20577"/>
          <ac:spMkLst>
            <pc:docMk/>
            <pc:sldMk cId="3158223920" sldId="406"/>
            <ac:spMk id="4" creationId="{6022C597-472B-C446-CABE-516D281A0217}"/>
          </ac:spMkLst>
        </pc:spChg>
        <pc:spChg chg="mod">
          <ac:chgData name="Fabio Bittencourt" userId="9399af9f441dfb25" providerId="LiveId" clId="{87FEEC51-4A4D-4000-AFF7-19B075429E2B}" dt="2026-04-19T20:53:45.362" v="34150" actId="113"/>
          <ac:spMkLst>
            <pc:docMk/>
            <pc:sldMk cId="3158223920" sldId="406"/>
            <ac:spMk id="6" creationId="{F4976EC7-BF10-238F-7384-A752815B974C}"/>
          </ac:spMkLst>
        </pc:spChg>
      </pc:sldChg>
      <pc:sldChg chg="modSp add mod">
        <pc:chgData name="Fabio Bittencourt" userId="9399af9f441dfb25" providerId="LiveId" clId="{87FEEC51-4A4D-4000-AFF7-19B075429E2B}" dt="2026-04-19T21:09:15.423" v="34853" actId="113"/>
        <pc:sldMkLst>
          <pc:docMk/>
          <pc:sldMk cId="3164346733" sldId="407"/>
        </pc:sldMkLst>
        <pc:spChg chg="mod">
          <ac:chgData name="Fabio Bittencourt" userId="9399af9f441dfb25" providerId="LiveId" clId="{87FEEC51-4A4D-4000-AFF7-19B075429E2B}" dt="2026-04-19T21:09:15.423" v="34853" actId="113"/>
          <ac:spMkLst>
            <pc:docMk/>
            <pc:sldMk cId="3164346733" sldId="407"/>
            <ac:spMk id="6" creationId="{9B115D74-2628-5410-24E8-9650E183D5A7}"/>
          </ac:spMkLst>
        </pc:spChg>
      </pc:sldChg>
      <pc:sldChg chg="modSp add mod">
        <pc:chgData name="Fabio Bittencourt" userId="9399af9f441dfb25" providerId="LiveId" clId="{87FEEC51-4A4D-4000-AFF7-19B075429E2B}" dt="2026-04-19T21:22:26.137" v="36657" actId="113"/>
        <pc:sldMkLst>
          <pc:docMk/>
          <pc:sldMk cId="2570610837" sldId="408"/>
        </pc:sldMkLst>
        <pc:spChg chg="mod">
          <ac:chgData name="Fabio Bittencourt" userId="9399af9f441dfb25" providerId="LiveId" clId="{87FEEC51-4A4D-4000-AFF7-19B075429E2B}" dt="2026-04-19T21:22:26.137" v="36657" actId="113"/>
          <ac:spMkLst>
            <pc:docMk/>
            <pc:sldMk cId="2570610837" sldId="408"/>
            <ac:spMk id="6" creationId="{4A759EB4-653E-B9B8-275C-470BEB0F8C7F}"/>
          </ac:spMkLst>
        </pc:spChg>
      </pc:sldChg>
      <pc:sldChg chg="modSp add mod">
        <pc:chgData name="Fabio Bittencourt" userId="9399af9f441dfb25" providerId="LiveId" clId="{87FEEC51-4A4D-4000-AFF7-19B075429E2B}" dt="2026-04-19T21:21:19.931" v="36656" actId="20577"/>
        <pc:sldMkLst>
          <pc:docMk/>
          <pc:sldMk cId="509632617" sldId="409"/>
        </pc:sldMkLst>
        <pc:spChg chg="mod">
          <ac:chgData name="Fabio Bittencourt" userId="9399af9f441dfb25" providerId="LiveId" clId="{87FEEC51-4A4D-4000-AFF7-19B075429E2B}" dt="2026-04-19T21:21:19.931" v="36656" actId="20577"/>
          <ac:spMkLst>
            <pc:docMk/>
            <pc:sldMk cId="509632617" sldId="409"/>
            <ac:spMk id="6" creationId="{627E93F3-34EC-41E8-67E8-919BCCEDC128}"/>
          </ac:spMkLst>
        </pc:spChg>
      </pc:sldChg>
      <pc:sldChg chg="add">
        <pc:chgData name="Fabio Bittencourt" userId="9399af9f441dfb25" providerId="LiveId" clId="{87FEEC51-4A4D-4000-AFF7-19B075429E2B}" dt="2026-04-19T21:22:44.528" v="36658" actId="2890"/>
        <pc:sldMkLst>
          <pc:docMk/>
          <pc:sldMk cId="583613695" sldId="410"/>
        </pc:sldMkLst>
      </pc:sldChg>
      <pc:sldChg chg="modSp add mod">
        <pc:chgData name="Fabio Bittencourt" userId="9399af9f441dfb25" providerId="LiveId" clId="{87FEEC51-4A4D-4000-AFF7-19B075429E2B}" dt="2026-04-19T21:40:50.338" v="37468" actId="20577"/>
        <pc:sldMkLst>
          <pc:docMk/>
          <pc:sldMk cId="1010424365" sldId="411"/>
        </pc:sldMkLst>
        <pc:spChg chg="mod">
          <ac:chgData name="Fabio Bittencourt" userId="9399af9f441dfb25" providerId="LiveId" clId="{87FEEC51-4A4D-4000-AFF7-19B075429E2B}" dt="2026-04-19T21:40:50.338" v="37468" actId="20577"/>
          <ac:spMkLst>
            <pc:docMk/>
            <pc:sldMk cId="1010424365" sldId="411"/>
            <ac:spMk id="6" creationId="{42609A7B-A3AD-7362-44C1-63AD2B2C80F8}"/>
          </ac:spMkLst>
        </pc:spChg>
      </pc:sldChg>
      <pc:sldChg chg="modSp add mod ord">
        <pc:chgData name="Fabio Bittencourt" userId="9399af9f441dfb25" providerId="LiveId" clId="{87FEEC51-4A4D-4000-AFF7-19B075429E2B}" dt="2026-04-19T21:42:51.279" v="37763" actId="20577"/>
        <pc:sldMkLst>
          <pc:docMk/>
          <pc:sldMk cId="3863680868" sldId="412"/>
        </pc:sldMkLst>
        <pc:spChg chg="mod">
          <ac:chgData name="Fabio Bittencourt" userId="9399af9f441dfb25" providerId="LiveId" clId="{87FEEC51-4A4D-4000-AFF7-19B075429E2B}" dt="2026-04-19T21:42:51.279" v="37763" actId="20577"/>
          <ac:spMkLst>
            <pc:docMk/>
            <pc:sldMk cId="3863680868" sldId="412"/>
            <ac:spMk id="6" creationId="{26837B12-E156-3D09-047A-50100A78B1F7}"/>
          </ac:spMkLst>
        </pc:spChg>
      </pc:sldChg>
      <pc:sldChg chg="modSp add mod ord">
        <pc:chgData name="Fabio Bittencourt" userId="9399af9f441dfb25" providerId="LiveId" clId="{87FEEC51-4A4D-4000-AFF7-19B075429E2B}" dt="2026-04-19T21:44:28.958" v="37776" actId="20577"/>
        <pc:sldMkLst>
          <pc:docMk/>
          <pc:sldMk cId="3188734552" sldId="413"/>
        </pc:sldMkLst>
        <pc:spChg chg="mod">
          <ac:chgData name="Fabio Bittencourt" userId="9399af9f441dfb25" providerId="LiveId" clId="{87FEEC51-4A4D-4000-AFF7-19B075429E2B}" dt="2026-04-19T21:44:28.958" v="37776" actId="20577"/>
          <ac:spMkLst>
            <pc:docMk/>
            <pc:sldMk cId="3188734552" sldId="413"/>
            <ac:spMk id="2" creationId="{5A2644C3-758C-7319-38BE-02B3C67BC15E}"/>
          </ac:spMkLst>
        </pc:spChg>
      </pc:sldChg>
      <pc:sldChg chg="modSp add mod ord">
        <pc:chgData name="Fabio Bittencourt" userId="9399af9f441dfb25" providerId="LiveId" clId="{87FEEC51-4A4D-4000-AFF7-19B075429E2B}" dt="2026-04-19T22:06:07.066" v="38393" actId="20577"/>
        <pc:sldMkLst>
          <pc:docMk/>
          <pc:sldMk cId="3250564052" sldId="414"/>
        </pc:sldMkLst>
        <pc:spChg chg="mod">
          <ac:chgData name="Fabio Bittencourt" userId="9399af9f441dfb25" providerId="LiveId" clId="{87FEEC51-4A4D-4000-AFF7-19B075429E2B}" dt="2026-04-19T21:48:26.752" v="37789" actId="20577"/>
          <ac:spMkLst>
            <pc:docMk/>
            <pc:sldMk cId="3250564052" sldId="414"/>
            <ac:spMk id="4" creationId="{96F0A1F7-F223-62CF-7FF1-791786F4E525}"/>
          </ac:spMkLst>
        </pc:spChg>
        <pc:spChg chg="mod">
          <ac:chgData name="Fabio Bittencourt" userId="9399af9f441dfb25" providerId="LiveId" clId="{87FEEC51-4A4D-4000-AFF7-19B075429E2B}" dt="2026-04-19T22:06:07.066" v="38393" actId="20577"/>
          <ac:spMkLst>
            <pc:docMk/>
            <pc:sldMk cId="3250564052" sldId="414"/>
            <ac:spMk id="6" creationId="{E5A2A6C6-1D0B-9235-D2B9-83E83B2BDE4B}"/>
          </ac:spMkLst>
        </pc:spChg>
      </pc:sldChg>
      <pc:sldChg chg="add">
        <pc:chgData name="Fabio Bittencourt" userId="9399af9f441dfb25" providerId="LiveId" clId="{87FEEC51-4A4D-4000-AFF7-19B075429E2B}" dt="2026-04-19T22:06:10.130" v="38394" actId="2890"/>
        <pc:sldMkLst>
          <pc:docMk/>
          <pc:sldMk cId="76789491" sldId="415"/>
        </pc:sldMkLst>
      </pc:sldChg>
      <pc:sldChg chg="modSp add mod">
        <pc:chgData name="Fabio Bittencourt" userId="9399af9f441dfb25" providerId="LiveId" clId="{87FEEC51-4A4D-4000-AFF7-19B075429E2B}" dt="2026-04-19T22:27:01.354" v="39019" actId="20577"/>
        <pc:sldMkLst>
          <pc:docMk/>
          <pc:sldMk cId="2431510158" sldId="416"/>
        </pc:sldMkLst>
        <pc:spChg chg="mod">
          <ac:chgData name="Fabio Bittencourt" userId="9399af9f441dfb25" providerId="LiveId" clId="{87FEEC51-4A4D-4000-AFF7-19B075429E2B}" dt="2026-04-19T22:27:01.354" v="39019" actId="20577"/>
          <ac:spMkLst>
            <pc:docMk/>
            <pc:sldMk cId="2431510158" sldId="416"/>
            <ac:spMk id="6" creationId="{E2C86366-4A44-F414-291A-624DB71268B9}"/>
          </ac:spMkLst>
        </pc:spChg>
      </pc:sldChg>
      <pc:sldChg chg="modSp add mod">
        <pc:chgData name="Fabio Bittencourt" userId="9399af9f441dfb25" providerId="LiveId" clId="{87FEEC51-4A4D-4000-AFF7-19B075429E2B}" dt="2026-04-19T22:30:21.404" v="39246" actId="20577"/>
        <pc:sldMkLst>
          <pc:docMk/>
          <pc:sldMk cId="2156267052" sldId="417"/>
        </pc:sldMkLst>
        <pc:spChg chg="mod">
          <ac:chgData name="Fabio Bittencourt" userId="9399af9f441dfb25" providerId="LiveId" clId="{87FEEC51-4A4D-4000-AFF7-19B075429E2B}" dt="2026-04-19T22:30:21.404" v="39246" actId="20577"/>
          <ac:spMkLst>
            <pc:docMk/>
            <pc:sldMk cId="2156267052" sldId="417"/>
            <ac:spMk id="6" creationId="{5BF61C6D-E240-4183-86E4-32732B01591C}"/>
          </ac:spMkLst>
        </pc:spChg>
      </pc:sldChg>
      <pc:sldChg chg="addSp modSp add mod">
        <pc:chgData name="Fabio Bittencourt" userId="9399af9f441dfb25" providerId="LiveId" clId="{87FEEC51-4A4D-4000-AFF7-19B075429E2B}" dt="2026-04-19T22:49:18.530" v="40083" actId="20577"/>
        <pc:sldMkLst>
          <pc:docMk/>
          <pc:sldMk cId="3279020210" sldId="418"/>
        </pc:sldMkLst>
        <pc:spChg chg="mod">
          <ac:chgData name="Fabio Bittencourt" userId="9399af9f441dfb25" providerId="LiveId" clId="{87FEEC51-4A4D-4000-AFF7-19B075429E2B}" dt="2026-04-19T22:49:18.530" v="40083" actId="20577"/>
          <ac:spMkLst>
            <pc:docMk/>
            <pc:sldMk cId="3279020210" sldId="418"/>
            <ac:spMk id="6" creationId="{C7C482EE-4769-2580-166C-8DE8EFEF7EDD}"/>
          </ac:spMkLst>
        </pc:spChg>
        <pc:picChg chg="add mod">
          <ac:chgData name="Fabio Bittencourt" userId="9399af9f441dfb25" providerId="LiveId" clId="{87FEEC51-4A4D-4000-AFF7-19B075429E2B}" dt="2026-04-19T22:46:47.283" v="39753" actId="14100"/>
          <ac:picMkLst>
            <pc:docMk/>
            <pc:sldMk cId="3279020210" sldId="418"/>
            <ac:picMk id="3" creationId="{5CF5D09D-A13D-0261-A33E-043D10DF1207}"/>
          </ac:picMkLst>
        </pc:picChg>
      </pc:sldChg>
      <pc:sldChg chg="delSp modSp add mod">
        <pc:chgData name="Fabio Bittencourt" userId="9399af9f441dfb25" providerId="LiveId" clId="{87FEEC51-4A4D-4000-AFF7-19B075429E2B}" dt="2026-04-19T22:54:07.570" v="40412" actId="20577"/>
        <pc:sldMkLst>
          <pc:docMk/>
          <pc:sldMk cId="2819079515" sldId="419"/>
        </pc:sldMkLst>
        <pc:spChg chg="mod">
          <ac:chgData name="Fabio Bittencourt" userId="9399af9f441dfb25" providerId="LiveId" clId="{87FEEC51-4A4D-4000-AFF7-19B075429E2B}" dt="2026-04-19T22:54:07.570" v="40412" actId="20577"/>
          <ac:spMkLst>
            <pc:docMk/>
            <pc:sldMk cId="2819079515" sldId="419"/>
            <ac:spMk id="6" creationId="{E7AAE092-ECC3-CC65-83DD-8D7F75B39E75}"/>
          </ac:spMkLst>
        </pc:spChg>
        <pc:picChg chg="del">
          <ac:chgData name="Fabio Bittencourt" userId="9399af9f441dfb25" providerId="LiveId" clId="{87FEEC51-4A4D-4000-AFF7-19B075429E2B}" dt="2026-04-19T22:49:52.679" v="40175" actId="478"/>
          <ac:picMkLst>
            <pc:docMk/>
            <pc:sldMk cId="2819079515" sldId="419"/>
            <ac:picMk id="3" creationId="{A957B70D-9B1A-E367-4680-5786B37DFC3D}"/>
          </ac:picMkLst>
        </pc:picChg>
      </pc:sldChg>
      <pc:sldChg chg="modSp add mod">
        <pc:chgData name="Fabio Bittencourt" userId="9399af9f441dfb25" providerId="LiveId" clId="{87FEEC51-4A4D-4000-AFF7-19B075429E2B}" dt="2026-04-19T23:04:54.952" v="40681"/>
        <pc:sldMkLst>
          <pc:docMk/>
          <pc:sldMk cId="3414766485" sldId="420"/>
        </pc:sldMkLst>
        <pc:spChg chg="mod">
          <ac:chgData name="Fabio Bittencourt" userId="9399af9f441dfb25" providerId="LiveId" clId="{87FEEC51-4A4D-4000-AFF7-19B075429E2B}" dt="2026-04-19T23:04:54.952" v="40681"/>
          <ac:spMkLst>
            <pc:docMk/>
            <pc:sldMk cId="3414766485" sldId="420"/>
            <ac:spMk id="4" creationId="{0BC8D165-B75F-48D1-A8CB-4126C958CF61}"/>
          </ac:spMkLst>
        </pc:spChg>
        <pc:spChg chg="mod">
          <ac:chgData name="Fabio Bittencourt" userId="9399af9f441dfb25" providerId="LiveId" clId="{87FEEC51-4A4D-4000-AFF7-19B075429E2B}" dt="2026-04-19T23:04:52.324" v="40680" actId="255"/>
          <ac:spMkLst>
            <pc:docMk/>
            <pc:sldMk cId="3414766485" sldId="420"/>
            <ac:spMk id="6" creationId="{8A0BAE10-A955-4236-9445-F72EEE14E523}"/>
          </ac:spMkLst>
        </pc:spChg>
      </pc:sldChg>
    </pc:docChg>
  </pc:docChgLst>
  <pc:docChgLst>
    <pc:chgData name="Fabio Bittencourt" userId="9399af9f441dfb25" providerId="Windows Live" clId="Web-{DAD84DB3-91C5-7848-65C5-5D5604D12E2F}"/>
    <pc:docChg chg="addSld delSld modSld sldOrd">
      <pc:chgData name="Fabio Bittencourt" userId="9399af9f441dfb25" providerId="Windows Live" clId="Web-{DAD84DB3-91C5-7848-65C5-5D5604D12E2F}" dt="2026-03-22T18:44:50.718" v="2106" actId="20577"/>
      <pc:docMkLst>
        <pc:docMk/>
      </pc:docMkLst>
    </pc:docChg>
  </pc:docChgLst>
  <pc:docChgLst>
    <pc:chgData name="Fabio Bittencourt" userId="9399af9f441dfb25" providerId="Windows Live" clId="Web-{929FFA45-AD16-8426-4576-15CAB10173A6}"/>
    <pc:docChg chg="modSld">
      <pc:chgData name="Fabio Bittencourt" userId="9399af9f441dfb25" providerId="Windows Live" clId="Web-{929FFA45-AD16-8426-4576-15CAB10173A6}" dt="2026-04-02T16:56:02.753" v="3" actId="20577"/>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ED787-ECF9-4317-9B3F-01368C487912}" type="datetimeFigureOut">
              <a:rPr lang="pt-BR" smtClean="0"/>
              <a:t>19/04/2026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B9BCC3-7EAB-4662-B118-F1D740721A4A}" type="slidenum">
              <a:rPr lang="pt-BR" smtClean="0"/>
              <a:t>‹nº›</a:t>
            </a:fld>
            <a:endParaRPr lang="pt-BR"/>
          </a:p>
        </p:txBody>
      </p:sp>
    </p:spTree>
    <p:extLst>
      <p:ext uri="{BB962C8B-B14F-4D97-AF65-F5344CB8AC3E}">
        <p14:creationId xmlns:p14="http://schemas.microsoft.com/office/powerpoint/2010/main" val="420553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12" name="Imagem 11"/>
          <p:cNvPicPr>
            <a:picLocks noChangeAspect="1"/>
          </p:cNvPicPr>
          <p:nvPr userDrawn="1"/>
        </p:nvPicPr>
        <p:blipFill>
          <a:blip r:embed="rId2"/>
          <a:stretch>
            <a:fillRect/>
          </a:stretch>
        </p:blipFill>
        <p:spPr>
          <a:xfrm>
            <a:off x="5522658" y="-10003"/>
            <a:ext cx="6669342" cy="6868003"/>
          </a:xfrm>
          <a:prstGeom prst="rect">
            <a:avLst/>
          </a:prstGeom>
        </p:spPr>
      </p:pic>
      <p:pic>
        <p:nvPicPr>
          <p:cNvPr id="13" name="Imagem 12">
            <a:extLst>
              <a:ext uri="{FF2B5EF4-FFF2-40B4-BE49-F238E27FC236}">
                <a16:creationId xmlns:a16="http://schemas.microsoft.com/office/drawing/2014/main" id="{8DBC2051-7AF2-4D6F-9135-589CE4137C5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3888" r="11351"/>
          <a:stretch/>
        </p:blipFill>
        <p:spPr>
          <a:xfrm>
            <a:off x="0" y="0"/>
            <a:ext cx="5336998" cy="6858000"/>
          </a:xfrm>
          <a:prstGeom prst="flowChartDelay">
            <a:avLst/>
          </a:prstGeom>
        </p:spPr>
      </p:pic>
      <p:pic>
        <p:nvPicPr>
          <p:cNvPr id="14" name="Imagem 13">
            <a:extLst>
              <a:ext uri="{FF2B5EF4-FFF2-40B4-BE49-F238E27FC236}">
                <a16:creationId xmlns:a16="http://schemas.microsoft.com/office/drawing/2014/main" id="{640B3ACD-FF88-40B0-8AD9-B0BC4EB9F40C}"/>
              </a:ext>
            </a:extLst>
          </p:cNvPr>
          <p:cNvPicPr>
            <a:picLocks noChangeAspect="1"/>
          </p:cNvPicPr>
          <p:nvPr userDrawn="1"/>
        </p:nvPicPr>
        <p:blipFill>
          <a:blip r:embed="rId4"/>
          <a:stretch>
            <a:fillRect/>
          </a:stretch>
        </p:blipFill>
        <p:spPr>
          <a:xfrm>
            <a:off x="4503141" y="2076426"/>
            <a:ext cx="2243122" cy="2705148"/>
          </a:xfrm>
          <a:prstGeom prst="rect">
            <a:avLst/>
          </a:prstGeom>
        </p:spPr>
      </p:pic>
      <p:sp>
        <p:nvSpPr>
          <p:cNvPr id="2" name="Título 1"/>
          <p:cNvSpPr>
            <a:spLocks noGrp="1"/>
          </p:cNvSpPr>
          <p:nvPr>
            <p:ph type="ctrTitle" hasCustomPrompt="1"/>
          </p:nvPr>
        </p:nvSpPr>
        <p:spPr>
          <a:xfrm>
            <a:off x="6246253" y="2678805"/>
            <a:ext cx="5808371" cy="831157"/>
          </a:xfrm>
        </p:spPr>
        <p:txBody>
          <a:bodyPr anchor="b">
            <a:normAutofit/>
          </a:bodyPr>
          <a:lstStyle>
            <a:lvl1pPr algn="l">
              <a:defRPr sz="4800">
                <a:solidFill>
                  <a:srgbClr val="003958"/>
                </a:solidFill>
                <a:latin typeface="Impact" panose="020B0806030902050204" pitchFamily="34" charset="0"/>
              </a:defRPr>
            </a:lvl1pPr>
          </a:lstStyle>
          <a:p>
            <a:r>
              <a:rPr lang="pt-BR" dirty="0"/>
              <a:t>Título</a:t>
            </a:r>
          </a:p>
        </p:txBody>
      </p:sp>
      <p:sp>
        <p:nvSpPr>
          <p:cNvPr id="3" name="Subtítulo 2"/>
          <p:cNvSpPr>
            <a:spLocks noGrp="1"/>
          </p:cNvSpPr>
          <p:nvPr>
            <p:ph type="subTitle" idx="1" hasCustomPrompt="1"/>
          </p:nvPr>
        </p:nvSpPr>
        <p:spPr>
          <a:xfrm>
            <a:off x="5522658" y="4845969"/>
            <a:ext cx="6553229" cy="476226"/>
          </a:xfrm>
        </p:spPr>
        <p:txBody>
          <a:bodyPr>
            <a:normAutofit/>
          </a:bodyPr>
          <a:lstStyle>
            <a:lvl1pPr marL="0" indent="0" algn="r">
              <a:buNone/>
              <a:defRPr sz="4000">
                <a:solidFill>
                  <a:srgbClr val="003958"/>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dirty="0"/>
              <a:t>Professor</a:t>
            </a:r>
          </a:p>
        </p:txBody>
      </p:sp>
    </p:spTree>
    <p:extLst>
      <p:ext uri="{BB962C8B-B14F-4D97-AF65-F5344CB8AC3E}">
        <p14:creationId xmlns:p14="http://schemas.microsoft.com/office/powerpoint/2010/main" val="1824420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164050" y="4554895"/>
            <a:ext cx="8762236" cy="2121676"/>
          </a:xfrm>
        </p:spPr>
        <p:txBody>
          <a:bodyPr>
            <a:normAutofit/>
          </a:bodyPr>
          <a:lstStyle>
            <a:lvl1pPr>
              <a:defRPr sz="6000" b="1">
                <a:solidFill>
                  <a:srgbClr val="003958"/>
                </a:solidFill>
                <a:latin typeface="Impact" panose="020B0806030902050204" pitchFamily="34" charset="0"/>
              </a:defRPr>
            </a:lvl1pPr>
          </a:lstStyle>
          <a:p>
            <a:r>
              <a:rPr lang="pt-BR" dirty="0"/>
              <a:t>Assunto</a:t>
            </a:r>
          </a:p>
        </p:txBody>
      </p:sp>
      <p:pic>
        <p:nvPicPr>
          <p:cNvPr id="9" name="Imagem 8"/>
          <p:cNvPicPr>
            <a:picLocks noChangeAspect="1"/>
          </p:cNvPicPr>
          <p:nvPr userDrawn="1"/>
        </p:nvPicPr>
        <p:blipFill>
          <a:blip r:embed="rId2"/>
          <a:stretch>
            <a:fillRect/>
          </a:stretch>
        </p:blipFill>
        <p:spPr>
          <a:xfrm>
            <a:off x="885265" y="0"/>
            <a:ext cx="5715000" cy="3952875"/>
          </a:xfrm>
          <a:prstGeom prst="rect">
            <a:avLst/>
          </a:prstGeom>
        </p:spPr>
      </p:pic>
      <p:pic>
        <p:nvPicPr>
          <p:cNvPr id="10" name="Imagem 9"/>
          <p:cNvPicPr>
            <a:picLocks noChangeAspect="1"/>
          </p:cNvPicPr>
          <p:nvPr userDrawn="1"/>
        </p:nvPicPr>
        <p:blipFill>
          <a:blip r:embed="rId3"/>
          <a:stretch>
            <a:fillRect/>
          </a:stretch>
        </p:blipFill>
        <p:spPr>
          <a:xfrm>
            <a:off x="8743950" y="0"/>
            <a:ext cx="3448050" cy="6858000"/>
          </a:xfrm>
          <a:prstGeom prst="rect">
            <a:avLst/>
          </a:prstGeom>
        </p:spPr>
      </p:pic>
    </p:spTree>
    <p:extLst>
      <p:ext uri="{BB962C8B-B14F-4D97-AF65-F5344CB8AC3E}">
        <p14:creationId xmlns:p14="http://schemas.microsoft.com/office/powerpoint/2010/main" val="3545960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beçalho da Seção">
    <p:spTree>
      <p:nvGrpSpPr>
        <p:cNvPr id="1" name=""/>
        <p:cNvGrpSpPr/>
        <p:nvPr/>
      </p:nvGrpSpPr>
      <p:grpSpPr>
        <a:xfrm>
          <a:off x="0" y="0"/>
          <a:ext cx="0" cy="0"/>
          <a:chOff x="0" y="0"/>
          <a:chExt cx="0" cy="0"/>
        </a:xfrm>
      </p:grpSpPr>
      <p:pic>
        <p:nvPicPr>
          <p:cNvPr id="8" name="Imagem 7"/>
          <p:cNvPicPr>
            <a:picLocks noChangeAspect="1"/>
          </p:cNvPicPr>
          <p:nvPr userDrawn="1"/>
        </p:nvPicPr>
        <p:blipFill>
          <a:blip r:embed="rId2"/>
          <a:stretch>
            <a:fillRect/>
          </a:stretch>
        </p:blipFill>
        <p:spPr>
          <a:xfrm>
            <a:off x="11188333" y="5705475"/>
            <a:ext cx="1000125" cy="1152525"/>
          </a:xfrm>
          <a:prstGeom prst="rect">
            <a:avLst/>
          </a:prstGeom>
        </p:spPr>
      </p:pic>
      <p:sp>
        <p:nvSpPr>
          <p:cNvPr id="6" name="Espaço Reservado para Número de Slide 5"/>
          <p:cNvSpPr>
            <a:spLocks noGrp="1"/>
          </p:cNvSpPr>
          <p:nvPr>
            <p:ph type="sldNum" sz="quarter" idx="12"/>
          </p:nvPr>
        </p:nvSpPr>
        <p:spPr>
          <a:xfrm>
            <a:off x="10566398" y="5892800"/>
            <a:ext cx="1600200" cy="935266"/>
          </a:xfrm>
        </p:spPr>
        <p:txBody>
          <a:bodyPr/>
          <a:lstStyle>
            <a:lvl1pPr>
              <a:defRPr sz="6000">
                <a:solidFill>
                  <a:schemeClr val="bg1"/>
                </a:solidFill>
                <a:latin typeface="Impact" panose="020B0806030902050204" pitchFamily="34" charset="0"/>
              </a:defRPr>
            </a:lvl1pPr>
          </a:lstStyle>
          <a:p>
            <a:fld id="{F4E6BF57-4B4C-490B-A6E3-54A944D4DF67}" type="slidenum">
              <a:rPr lang="pt-BR" smtClean="0"/>
              <a:pPr/>
              <a:t>‹nº›</a:t>
            </a:fld>
            <a:endParaRPr lang="pt-BR"/>
          </a:p>
        </p:txBody>
      </p:sp>
      <p:pic>
        <p:nvPicPr>
          <p:cNvPr id="7" name="Imagem 6"/>
          <p:cNvPicPr>
            <a:picLocks noChangeAspect="1"/>
          </p:cNvPicPr>
          <p:nvPr userDrawn="1"/>
        </p:nvPicPr>
        <p:blipFill>
          <a:blip r:embed="rId3"/>
          <a:stretch>
            <a:fillRect/>
          </a:stretch>
        </p:blipFill>
        <p:spPr>
          <a:xfrm>
            <a:off x="0" y="0"/>
            <a:ext cx="1600200" cy="1524000"/>
          </a:xfrm>
          <a:prstGeom prst="rect">
            <a:avLst/>
          </a:prstGeom>
        </p:spPr>
      </p:pic>
      <p:sp>
        <p:nvSpPr>
          <p:cNvPr id="3" name="Espaço Reservado para Texto 2"/>
          <p:cNvSpPr>
            <a:spLocks noGrp="1"/>
          </p:cNvSpPr>
          <p:nvPr>
            <p:ph type="body" idx="1" hasCustomPrompt="1"/>
          </p:nvPr>
        </p:nvSpPr>
        <p:spPr>
          <a:xfrm>
            <a:off x="831850" y="1880057"/>
            <a:ext cx="10356483" cy="4491713"/>
          </a:xfrm>
        </p:spPr>
        <p:txBody>
          <a:bodyPr/>
          <a:lstStyle>
            <a:lvl1pPr marL="0" indent="0">
              <a:buNone/>
              <a:defRPr sz="2400" u="none">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dirty="0"/>
              <a:t>Digite aqui</a:t>
            </a:r>
          </a:p>
        </p:txBody>
      </p:sp>
      <p:sp>
        <p:nvSpPr>
          <p:cNvPr id="12" name="Espaço Reservado para Texto 2"/>
          <p:cNvSpPr>
            <a:spLocks noGrp="1"/>
          </p:cNvSpPr>
          <p:nvPr>
            <p:ph type="body" idx="13" hasCustomPrompt="1"/>
          </p:nvPr>
        </p:nvSpPr>
        <p:spPr>
          <a:xfrm>
            <a:off x="831850" y="356058"/>
            <a:ext cx="11200493" cy="1182909"/>
          </a:xfrm>
        </p:spPr>
        <p:txBody>
          <a:bodyPr>
            <a:normAutofit/>
          </a:bodyPr>
          <a:lstStyle>
            <a:lvl1pPr marL="0" indent="0">
              <a:buNone/>
              <a:defRPr sz="4800" u="none">
                <a:solidFill>
                  <a:srgbClr val="00395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dirty="0"/>
              <a:t>Título</a:t>
            </a:r>
          </a:p>
        </p:txBody>
      </p:sp>
    </p:spTree>
    <p:extLst>
      <p:ext uri="{BB962C8B-B14F-4D97-AF65-F5344CB8AC3E}">
        <p14:creationId xmlns:p14="http://schemas.microsoft.com/office/powerpoint/2010/main" val="2356747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abeçalho da Seção">
    <p:spTree>
      <p:nvGrpSpPr>
        <p:cNvPr id="1" name=""/>
        <p:cNvGrpSpPr/>
        <p:nvPr/>
      </p:nvGrpSpPr>
      <p:grpSpPr>
        <a:xfrm>
          <a:off x="0" y="0"/>
          <a:ext cx="0" cy="0"/>
          <a:chOff x="0" y="0"/>
          <a:chExt cx="0" cy="0"/>
        </a:xfrm>
      </p:grpSpPr>
      <p:pic>
        <p:nvPicPr>
          <p:cNvPr id="8" name="Imagem 7"/>
          <p:cNvPicPr>
            <a:picLocks noChangeAspect="1"/>
          </p:cNvPicPr>
          <p:nvPr userDrawn="1"/>
        </p:nvPicPr>
        <p:blipFill>
          <a:blip r:embed="rId2"/>
          <a:stretch>
            <a:fillRect/>
          </a:stretch>
        </p:blipFill>
        <p:spPr>
          <a:xfrm>
            <a:off x="11188333" y="5705475"/>
            <a:ext cx="1000125" cy="1152525"/>
          </a:xfrm>
          <a:prstGeom prst="rect">
            <a:avLst/>
          </a:prstGeom>
        </p:spPr>
      </p:pic>
      <p:sp>
        <p:nvSpPr>
          <p:cNvPr id="6" name="Espaço Reservado para Número de Slide 5"/>
          <p:cNvSpPr>
            <a:spLocks noGrp="1"/>
          </p:cNvSpPr>
          <p:nvPr>
            <p:ph type="sldNum" sz="quarter" idx="12"/>
          </p:nvPr>
        </p:nvSpPr>
        <p:spPr>
          <a:xfrm>
            <a:off x="10566398" y="5892800"/>
            <a:ext cx="1600200" cy="935266"/>
          </a:xfrm>
        </p:spPr>
        <p:txBody>
          <a:bodyPr/>
          <a:lstStyle>
            <a:lvl1pPr>
              <a:defRPr sz="6000">
                <a:solidFill>
                  <a:schemeClr val="bg1"/>
                </a:solidFill>
                <a:latin typeface="Impact" panose="020B0806030902050204" pitchFamily="34" charset="0"/>
              </a:defRPr>
            </a:lvl1pPr>
          </a:lstStyle>
          <a:p>
            <a:fld id="{F4E6BF57-4B4C-490B-A6E3-54A944D4DF67}" type="slidenum">
              <a:rPr lang="pt-BR" smtClean="0"/>
              <a:pPr/>
              <a:t>‹nº›</a:t>
            </a:fld>
            <a:endParaRPr lang="pt-BR"/>
          </a:p>
        </p:txBody>
      </p:sp>
      <p:pic>
        <p:nvPicPr>
          <p:cNvPr id="7" name="Imagem 6"/>
          <p:cNvPicPr>
            <a:picLocks noChangeAspect="1"/>
          </p:cNvPicPr>
          <p:nvPr userDrawn="1"/>
        </p:nvPicPr>
        <p:blipFill>
          <a:blip r:embed="rId3"/>
          <a:stretch>
            <a:fillRect/>
          </a:stretch>
        </p:blipFill>
        <p:spPr>
          <a:xfrm>
            <a:off x="0" y="0"/>
            <a:ext cx="1600200" cy="1524000"/>
          </a:xfrm>
          <a:prstGeom prst="rect">
            <a:avLst/>
          </a:prstGeom>
        </p:spPr>
      </p:pic>
      <p:sp>
        <p:nvSpPr>
          <p:cNvPr id="12" name="Espaço Reservado para Texto 2"/>
          <p:cNvSpPr>
            <a:spLocks noGrp="1"/>
          </p:cNvSpPr>
          <p:nvPr>
            <p:ph type="body" idx="13" hasCustomPrompt="1"/>
          </p:nvPr>
        </p:nvSpPr>
        <p:spPr>
          <a:xfrm>
            <a:off x="831850" y="356058"/>
            <a:ext cx="11200493" cy="1182909"/>
          </a:xfrm>
        </p:spPr>
        <p:txBody>
          <a:bodyPr>
            <a:normAutofit/>
          </a:bodyPr>
          <a:lstStyle>
            <a:lvl1pPr marL="0" indent="0">
              <a:buNone/>
              <a:defRPr sz="4800" u="none">
                <a:solidFill>
                  <a:srgbClr val="00395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dirty="0"/>
              <a:t>Título</a:t>
            </a:r>
          </a:p>
        </p:txBody>
      </p:sp>
      <p:sp>
        <p:nvSpPr>
          <p:cNvPr id="9" name="Espaço Reservado para Texto 2"/>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pt-BR" dirty="0"/>
          </a:p>
        </p:txBody>
      </p:sp>
    </p:spTree>
    <p:extLst>
      <p:ext uri="{BB962C8B-B14F-4D97-AF65-F5344CB8AC3E}">
        <p14:creationId xmlns:p14="http://schemas.microsoft.com/office/powerpoint/2010/main" val="3094877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abeçalho da Seção">
    <p:spTree>
      <p:nvGrpSpPr>
        <p:cNvPr id="1" name=""/>
        <p:cNvGrpSpPr/>
        <p:nvPr/>
      </p:nvGrpSpPr>
      <p:grpSpPr>
        <a:xfrm>
          <a:off x="0" y="0"/>
          <a:ext cx="0" cy="0"/>
          <a:chOff x="0" y="0"/>
          <a:chExt cx="0" cy="0"/>
        </a:xfrm>
      </p:grpSpPr>
      <p:pic>
        <p:nvPicPr>
          <p:cNvPr id="8" name="Imagem 7"/>
          <p:cNvPicPr>
            <a:picLocks noChangeAspect="1"/>
          </p:cNvPicPr>
          <p:nvPr userDrawn="1"/>
        </p:nvPicPr>
        <p:blipFill>
          <a:blip r:embed="rId2"/>
          <a:stretch>
            <a:fillRect/>
          </a:stretch>
        </p:blipFill>
        <p:spPr>
          <a:xfrm>
            <a:off x="11188333" y="5705475"/>
            <a:ext cx="1000125" cy="1152525"/>
          </a:xfrm>
          <a:prstGeom prst="rect">
            <a:avLst/>
          </a:prstGeom>
        </p:spPr>
      </p:pic>
      <p:sp>
        <p:nvSpPr>
          <p:cNvPr id="6" name="Espaço Reservado para Número de Slide 5"/>
          <p:cNvSpPr>
            <a:spLocks noGrp="1"/>
          </p:cNvSpPr>
          <p:nvPr>
            <p:ph type="sldNum" sz="quarter" idx="12"/>
          </p:nvPr>
        </p:nvSpPr>
        <p:spPr>
          <a:xfrm>
            <a:off x="10566398" y="5892800"/>
            <a:ext cx="1600200" cy="935266"/>
          </a:xfrm>
        </p:spPr>
        <p:txBody>
          <a:bodyPr/>
          <a:lstStyle>
            <a:lvl1pPr>
              <a:defRPr sz="6000">
                <a:solidFill>
                  <a:schemeClr val="bg1"/>
                </a:solidFill>
                <a:latin typeface="Impact" panose="020B0806030902050204" pitchFamily="34" charset="0"/>
              </a:defRPr>
            </a:lvl1pPr>
          </a:lstStyle>
          <a:p>
            <a:fld id="{F4E6BF57-4B4C-490B-A6E3-54A944D4DF67}" type="slidenum">
              <a:rPr lang="pt-BR" smtClean="0"/>
              <a:pPr/>
              <a:t>‹nº›</a:t>
            </a:fld>
            <a:endParaRPr lang="pt-BR"/>
          </a:p>
        </p:txBody>
      </p:sp>
      <p:pic>
        <p:nvPicPr>
          <p:cNvPr id="7" name="Imagem 6"/>
          <p:cNvPicPr>
            <a:picLocks noChangeAspect="1"/>
          </p:cNvPicPr>
          <p:nvPr userDrawn="1"/>
        </p:nvPicPr>
        <p:blipFill>
          <a:blip r:embed="rId3"/>
          <a:stretch>
            <a:fillRect/>
          </a:stretch>
        </p:blipFill>
        <p:spPr>
          <a:xfrm>
            <a:off x="0" y="0"/>
            <a:ext cx="1600200" cy="1524000"/>
          </a:xfrm>
          <a:prstGeom prst="rect">
            <a:avLst/>
          </a:prstGeom>
        </p:spPr>
      </p:pic>
      <p:sp>
        <p:nvSpPr>
          <p:cNvPr id="12" name="Espaço Reservado para Texto 2"/>
          <p:cNvSpPr>
            <a:spLocks noGrp="1"/>
          </p:cNvSpPr>
          <p:nvPr>
            <p:ph type="body" idx="13" hasCustomPrompt="1"/>
          </p:nvPr>
        </p:nvSpPr>
        <p:spPr>
          <a:xfrm>
            <a:off x="831850" y="356058"/>
            <a:ext cx="11200493" cy="1182909"/>
          </a:xfrm>
        </p:spPr>
        <p:txBody>
          <a:bodyPr>
            <a:normAutofit/>
          </a:bodyPr>
          <a:lstStyle>
            <a:lvl1pPr marL="0" indent="0">
              <a:buNone/>
              <a:defRPr sz="4800" u="none">
                <a:solidFill>
                  <a:srgbClr val="00395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dirty="0"/>
              <a:t>Título</a:t>
            </a:r>
          </a:p>
        </p:txBody>
      </p:sp>
      <p:sp>
        <p:nvSpPr>
          <p:cNvPr id="9" name="Espaço Reservado para Conteúdo 2"/>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pt-BR" dirty="0"/>
          </a:p>
        </p:txBody>
      </p:sp>
      <p:sp>
        <p:nvSpPr>
          <p:cNvPr id="10" name="Espaço Reservado para Conteúdo 3"/>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1603831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abeçalho da Seção">
    <p:spTree>
      <p:nvGrpSpPr>
        <p:cNvPr id="1" name=""/>
        <p:cNvGrpSpPr/>
        <p:nvPr/>
      </p:nvGrpSpPr>
      <p:grpSpPr>
        <a:xfrm>
          <a:off x="0" y="0"/>
          <a:ext cx="0" cy="0"/>
          <a:chOff x="0" y="0"/>
          <a:chExt cx="0" cy="0"/>
        </a:xfrm>
      </p:grpSpPr>
      <p:pic>
        <p:nvPicPr>
          <p:cNvPr id="8" name="Imagem 7"/>
          <p:cNvPicPr>
            <a:picLocks noChangeAspect="1"/>
          </p:cNvPicPr>
          <p:nvPr userDrawn="1"/>
        </p:nvPicPr>
        <p:blipFill>
          <a:blip r:embed="rId2"/>
          <a:stretch>
            <a:fillRect/>
          </a:stretch>
        </p:blipFill>
        <p:spPr>
          <a:xfrm>
            <a:off x="11188333" y="5705475"/>
            <a:ext cx="1000125" cy="1152525"/>
          </a:xfrm>
          <a:prstGeom prst="rect">
            <a:avLst/>
          </a:prstGeom>
        </p:spPr>
      </p:pic>
      <p:sp>
        <p:nvSpPr>
          <p:cNvPr id="6" name="Espaço Reservado para Número de Slide 5"/>
          <p:cNvSpPr>
            <a:spLocks noGrp="1"/>
          </p:cNvSpPr>
          <p:nvPr>
            <p:ph type="sldNum" sz="quarter" idx="12"/>
          </p:nvPr>
        </p:nvSpPr>
        <p:spPr>
          <a:xfrm>
            <a:off x="10566398" y="5892800"/>
            <a:ext cx="1600200" cy="935266"/>
          </a:xfrm>
        </p:spPr>
        <p:txBody>
          <a:bodyPr/>
          <a:lstStyle>
            <a:lvl1pPr>
              <a:defRPr sz="6000">
                <a:solidFill>
                  <a:schemeClr val="bg1"/>
                </a:solidFill>
                <a:latin typeface="Impact" panose="020B0806030902050204" pitchFamily="34" charset="0"/>
              </a:defRPr>
            </a:lvl1pPr>
          </a:lstStyle>
          <a:p>
            <a:fld id="{F4E6BF57-4B4C-490B-A6E3-54A944D4DF67}" type="slidenum">
              <a:rPr lang="pt-BR" smtClean="0"/>
              <a:pPr/>
              <a:t>‹nº›</a:t>
            </a:fld>
            <a:endParaRPr lang="pt-BR"/>
          </a:p>
        </p:txBody>
      </p:sp>
      <p:pic>
        <p:nvPicPr>
          <p:cNvPr id="7" name="Imagem 6"/>
          <p:cNvPicPr>
            <a:picLocks noChangeAspect="1"/>
          </p:cNvPicPr>
          <p:nvPr userDrawn="1"/>
        </p:nvPicPr>
        <p:blipFill>
          <a:blip r:embed="rId3"/>
          <a:stretch>
            <a:fillRect/>
          </a:stretch>
        </p:blipFill>
        <p:spPr>
          <a:xfrm>
            <a:off x="0" y="0"/>
            <a:ext cx="1600200" cy="1524000"/>
          </a:xfrm>
          <a:prstGeom prst="rect">
            <a:avLst/>
          </a:prstGeom>
        </p:spPr>
      </p:pic>
      <p:sp>
        <p:nvSpPr>
          <p:cNvPr id="12" name="Espaço Reservado para Texto 2"/>
          <p:cNvSpPr>
            <a:spLocks noGrp="1"/>
          </p:cNvSpPr>
          <p:nvPr>
            <p:ph type="body" idx="13" hasCustomPrompt="1"/>
          </p:nvPr>
        </p:nvSpPr>
        <p:spPr>
          <a:xfrm>
            <a:off x="831850" y="356058"/>
            <a:ext cx="11200493" cy="1182909"/>
          </a:xfrm>
        </p:spPr>
        <p:txBody>
          <a:bodyPr>
            <a:normAutofit/>
          </a:bodyPr>
          <a:lstStyle>
            <a:lvl1pPr marL="0" indent="0">
              <a:buNone/>
              <a:defRPr sz="4800" u="none">
                <a:solidFill>
                  <a:srgbClr val="00395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dirty="0"/>
              <a:t>Título</a:t>
            </a:r>
          </a:p>
        </p:txBody>
      </p:sp>
      <p:sp>
        <p:nvSpPr>
          <p:cNvPr id="9" name="Espaço Reservado para Conteúdo 2"/>
          <p:cNvSpPr>
            <a:spLocks noGrp="1"/>
          </p:cNvSpPr>
          <p:nvPr>
            <p:ph sz="half" idx="1"/>
          </p:nvPr>
        </p:nvSpPr>
        <p:spPr>
          <a:xfrm>
            <a:off x="838200" y="2612571"/>
            <a:ext cx="5181600" cy="3564392"/>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pt-BR" dirty="0"/>
          </a:p>
        </p:txBody>
      </p:sp>
      <p:sp>
        <p:nvSpPr>
          <p:cNvPr id="10" name="Espaço Reservado para Conteúdo 3"/>
          <p:cNvSpPr>
            <a:spLocks noGrp="1"/>
          </p:cNvSpPr>
          <p:nvPr>
            <p:ph sz="half" idx="2"/>
          </p:nvPr>
        </p:nvSpPr>
        <p:spPr>
          <a:xfrm>
            <a:off x="6172200" y="2612571"/>
            <a:ext cx="5181600" cy="3564392"/>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11" name="Espaço Reservado para Texto 2"/>
          <p:cNvSpPr>
            <a:spLocks noGrp="1"/>
          </p:cNvSpPr>
          <p:nvPr>
            <p:ph type="body" idx="14"/>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13"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Tree>
    <p:extLst>
      <p:ext uri="{BB962C8B-B14F-4D97-AF65-F5344CB8AC3E}">
        <p14:creationId xmlns:p14="http://schemas.microsoft.com/office/powerpoint/2010/main" val="32296359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E6BF57-4B4C-490B-A6E3-54A944D4DF67}" type="slidenum">
              <a:rPr lang="pt-BR" smtClean="0"/>
              <a:t>‹nº›</a:t>
            </a:fld>
            <a:endParaRPr lang="pt-BR"/>
          </a:p>
        </p:txBody>
      </p:sp>
    </p:spTree>
    <p:extLst>
      <p:ext uri="{BB962C8B-B14F-4D97-AF65-F5344CB8AC3E}">
        <p14:creationId xmlns:p14="http://schemas.microsoft.com/office/powerpoint/2010/main" val="417635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0" r:id="rId5"/>
    <p:sldLayoutId id="2147483661"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267516" y="3239914"/>
            <a:ext cx="5808371" cy="831157"/>
          </a:xfrm>
        </p:spPr>
        <p:txBody>
          <a:bodyPr>
            <a:normAutofit fontScale="90000"/>
          </a:bodyPr>
          <a:lstStyle/>
          <a:p>
            <a:r>
              <a:rPr lang="pt-BR" dirty="0">
                <a:latin typeface="Impact"/>
              </a:rPr>
              <a:t>Estatística Aplicada – Aula 10 e 11</a:t>
            </a:r>
            <a:endParaRPr lang="pt-BR" dirty="0"/>
          </a:p>
        </p:txBody>
      </p:sp>
      <p:sp>
        <p:nvSpPr>
          <p:cNvPr id="3" name="Subtítulo 2"/>
          <p:cNvSpPr>
            <a:spLocks noGrp="1"/>
          </p:cNvSpPr>
          <p:nvPr>
            <p:ph type="subTitle" idx="1"/>
          </p:nvPr>
        </p:nvSpPr>
        <p:spPr/>
        <p:txBody>
          <a:bodyPr>
            <a:normAutofit fontScale="77500" lnSpcReduction="20000"/>
          </a:bodyPr>
          <a:lstStyle/>
          <a:p>
            <a:r>
              <a:rPr lang="pt-BR" dirty="0"/>
              <a:t>Prof. Fábio de Bittencourt</a:t>
            </a:r>
          </a:p>
        </p:txBody>
      </p:sp>
    </p:spTree>
    <p:extLst>
      <p:ext uri="{BB962C8B-B14F-4D97-AF65-F5344CB8AC3E}">
        <p14:creationId xmlns:p14="http://schemas.microsoft.com/office/powerpoint/2010/main" val="1766138550"/>
      </p:ext>
    </p:extLst>
  </p:cSld>
  <p:clrMapOvr>
    <a:masterClrMapping/>
  </p:clrMapOvr>
  <mc:AlternateContent xmlns:mc="http://schemas.openxmlformats.org/markup-compatibility/2006" xmlns:p14="http://schemas.microsoft.com/office/powerpoint/2010/main">
    <mc:Choice Requires="p14">
      <p:transition spd="slow" p14:dur="2000" advTm="97694"/>
    </mc:Choice>
    <mc:Fallback xmlns="">
      <p:transition spd="slow" advTm="9769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D3FC5-6986-330D-82AB-94E426CB8D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8FFC78-E2EF-7447-00DF-606150B77D44}"/>
              </a:ext>
            </a:extLst>
          </p:cNvPr>
          <p:cNvSpPr>
            <a:spLocks noGrp="1"/>
          </p:cNvSpPr>
          <p:nvPr>
            <p:ph type="title"/>
          </p:nvPr>
        </p:nvSpPr>
        <p:spPr/>
        <p:txBody>
          <a:bodyPr>
            <a:normAutofit/>
          </a:bodyPr>
          <a:lstStyle/>
          <a:p>
            <a:r>
              <a:rPr lang="pt-BR" dirty="0">
                <a:latin typeface="Impact"/>
              </a:rPr>
              <a:t>Estimativa Pontual e Intervalar</a:t>
            </a:r>
            <a:endParaRPr lang="en-US" dirty="0" err="1"/>
          </a:p>
        </p:txBody>
      </p:sp>
    </p:spTree>
    <p:extLst>
      <p:ext uri="{BB962C8B-B14F-4D97-AF65-F5344CB8AC3E}">
        <p14:creationId xmlns:p14="http://schemas.microsoft.com/office/powerpoint/2010/main" val="850751447"/>
      </p:ext>
    </p:extLst>
  </p:cSld>
  <p:clrMapOvr>
    <a:masterClrMapping/>
  </p:clrMapOvr>
  <mc:AlternateContent xmlns:mc="http://schemas.openxmlformats.org/markup-compatibility/2006" xmlns:p14="http://schemas.microsoft.com/office/powerpoint/2010/main">
    <mc:Choice Requires="p14">
      <p:transition spd="slow" p14:dur="2000" advTm="34106"/>
    </mc:Choice>
    <mc:Fallback xmlns="">
      <p:transition spd="slow" advTm="3410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F1EA3-E380-71FE-DEFE-8DBDFCFEDBF3}"/>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B3E9F31C-3C67-CFE1-D84A-64CA770EF212}"/>
              </a:ext>
            </a:extLst>
          </p:cNvPr>
          <p:cNvSpPr>
            <a:spLocks noGrp="1"/>
          </p:cNvSpPr>
          <p:nvPr>
            <p:ph type="body" idx="13"/>
          </p:nvPr>
        </p:nvSpPr>
        <p:spPr/>
        <p:txBody>
          <a:bodyPr/>
          <a:lstStyle/>
          <a:p>
            <a:r>
              <a:rPr lang="pt-BR" dirty="0"/>
              <a:t>Estimativa Pontual e Intervalar</a:t>
            </a:r>
            <a:endParaRPr lang="en-US" dirty="0"/>
          </a:p>
        </p:txBody>
      </p:sp>
      <p:sp>
        <p:nvSpPr>
          <p:cNvPr id="6" name="Espaço Reservado para Texto 5">
            <a:extLst>
              <a:ext uri="{FF2B5EF4-FFF2-40B4-BE49-F238E27FC236}">
                <a16:creationId xmlns:a16="http://schemas.microsoft.com/office/drawing/2014/main" id="{23BCCD4D-49FC-EF9E-7536-151959D3C66E}"/>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b="1" dirty="0">
                <a:solidFill>
                  <a:srgbClr val="003958"/>
                </a:solidFill>
              </a:rPr>
              <a:t>E ai até onde você acham que o Brasil vai na copa do mundo desse ano?</a:t>
            </a: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pic>
        <p:nvPicPr>
          <p:cNvPr id="1028" name="Picture 4" descr="Copa do Mundo 2026: tudo o que você precisa saber">
            <a:extLst>
              <a:ext uri="{FF2B5EF4-FFF2-40B4-BE49-F238E27FC236}">
                <a16:creationId xmlns:a16="http://schemas.microsoft.com/office/drawing/2014/main" id="{92743665-C933-4EE7-05DE-C324F4BE3B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8987" y="2716637"/>
            <a:ext cx="4534025" cy="3022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93146"/>
      </p:ext>
    </p:extLst>
  </p:cSld>
  <p:clrMapOvr>
    <a:masterClrMapping/>
  </p:clrMapOvr>
  <mc:AlternateContent xmlns:mc="http://schemas.openxmlformats.org/markup-compatibility/2006" xmlns:p14="http://schemas.microsoft.com/office/powerpoint/2010/main">
    <mc:Choice Requires="p14">
      <p:transition spd="slow" p14:dur="2000" advTm="191385"/>
    </mc:Choice>
    <mc:Fallback xmlns="">
      <p:transition spd="slow" advTm="19138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4483C-816B-6349-76C6-4AC75FB86CEB}"/>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5F920381-56FC-16ED-8F89-89C3271E9761}"/>
              </a:ext>
            </a:extLst>
          </p:cNvPr>
          <p:cNvSpPr>
            <a:spLocks noGrp="1"/>
          </p:cNvSpPr>
          <p:nvPr>
            <p:ph type="body" idx="13"/>
          </p:nvPr>
        </p:nvSpPr>
        <p:spPr/>
        <p:txBody>
          <a:bodyPr/>
          <a:lstStyle/>
          <a:p>
            <a:r>
              <a:rPr lang="pt-BR" dirty="0"/>
              <a:t>Estimativa Pontual e Intervalar</a:t>
            </a:r>
            <a:endParaRPr lang="en-US" dirty="0"/>
          </a:p>
        </p:txBody>
      </p:sp>
      <p:sp>
        <p:nvSpPr>
          <p:cNvPr id="6" name="Espaço Reservado para Texto 5">
            <a:extLst>
              <a:ext uri="{FF2B5EF4-FFF2-40B4-BE49-F238E27FC236}">
                <a16:creationId xmlns:a16="http://schemas.microsoft.com/office/drawing/2014/main" id="{ED0979F7-F876-5FE3-E3EE-3C689939E00C}"/>
              </a:ext>
            </a:extLst>
          </p:cNvPr>
          <p:cNvSpPr>
            <a:spLocks noGrp="1"/>
          </p:cNvSpPr>
          <p:nvPr>
            <p:ph type="body" idx="1"/>
          </p:nvPr>
        </p:nvSpPr>
        <p:spPr>
          <a:xfrm>
            <a:off x="745353" y="1632922"/>
            <a:ext cx="10356483" cy="4491713"/>
          </a:xfrm>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rPr>
              <a:t>Esses chutes mesmo que institivamente vem de alguma ideia que vocês de estimar uma ação futura, e isso acontece o tempo todo, seja nas vidas pessoas ou nas empresas, sempre são solicitadas pra gente que façamos previsões do futuro;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“O que tu acha que vai acontecer?” “Quanto tu acha que vai fechar a meta esse mês?” “Quando que você acha que você termina essa atividade?” são perguntas comuns do cotidiano que nós ouvimos no dia-a-dia;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 entre hoje e nas próximas aulas iremos falar sobre a análise estatística sobre estimativas, olhando para dois tipos, as estimativas </a:t>
            </a:r>
            <a:r>
              <a:rPr lang="pt-BR" sz="2000" b="1" dirty="0">
                <a:solidFill>
                  <a:srgbClr val="003958"/>
                </a:solidFill>
                <a:ea typeface="Calibri" panose="020F0502020204030204"/>
                <a:cs typeface="Calibri" panose="020F0502020204030204"/>
              </a:rPr>
              <a:t>Pontuais</a:t>
            </a:r>
            <a:r>
              <a:rPr lang="pt-BR" sz="2000" dirty="0">
                <a:solidFill>
                  <a:srgbClr val="003958"/>
                </a:solidFill>
                <a:ea typeface="Calibri" panose="020F0502020204030204"/>
                <a:cs typeface="Calibri" panose="020F0502020204030204"/>
              </a:rPr>
              <a:t> e as </a:t>
            </a:r>
            <a:r>
              <a:rPr lang="pt-BR" sz="2000" b="1" dirty="0">
                <a:solidFill>
                  <a:srgbClr val="003958"/>
                </a:solidFill>
                <a:ea typeface="Calibri" panose="020F0502020204030204"/>
                <a:cs typeface="Calibri" panose="020F0502020204030204"/>
              </a:rPr>
              <a:t>Intervalares</a:t>
            </a:r>
            <a:r>
              <a:rPr lang="pt-BR" sz="2000" dirty="0">
                <a:solidFill>
                  <a:srgbClr val="003958"/>
                </a:solidFill>
                <a:ea typeface="Calibri" panose="020F0502020204030204"/>
                <a:cs typeface="Calibri" panose="020F0502020204030204"/>
              </a:rPr>
              <a:t>;</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Mas antes disso, para explicarmos de fato as estimativas, precisaremos falar de outros conceitos que são importantes para construirmos esse caminho até de fato podermos estimar o futuro. É importante dizer que não iremos usar algoritmos de Data Science que fazem, apenas análises estatísticas.</a:t>
            </a:r>
          </a:p>
          <a:p>
            <a:pPr marL="342900" indent="-342900">
              <a:buFont typeface="Arial" panose="020B0604020202020204" pitchFamily="34" charset="0"/>
              <a:buChar char="•"/>
            </a:pPr>
            <a:endParaRPr lang="pt-BR" sz="18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3998546210"/>
      </p:ext>
    </p:extLst>
  </p:cSld>
  <p:clrMapOvr>
    <a:masterClrMapping/>
  </p:clrMapOvr>
  <mc:AlternateContent xmlns:mc="http://schemas.openxmlformats.org/markup-compatibility/2006" xmlns:p14="http://schemas.microsoft.com/office/powerpoint/2010/main">
    <mc:Choice Requires="p14">
      <p:transition spd="slow" p14:dur="2000" advTm="191385"/>
    </mc:Choice>
    <mc:Fallback xmlns="">
      <p:transition spd="slow" advTm="1913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FD6D-DF59-980D-9632-89E3257F22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C885A5-F821-1089-9FE4-D0EEF272B887}"/>
              </a:ext>
            </a:extLst>
          </p:cNvPr>
          <p:cNvSpPr>
            <a:spLocks noGrp="1"/>
          </p:cNvSpPr>
          <p:nvPr>
            <p:ph type="title"/>
          </p:nvPr>
        </p:nvSpPr>
        <p:spPr/>
        <p:txBody>
          <a:bodyPr>
            <a:normAutofit/>
          </a:bodyPr>
          <a:lstStyle/>
          <a:p>
            <a:r>
              <a:rPr lang="pt-BR" dirty="0">
                <a:latin typeface="Impact"/>
              </a:rPr>
              <a:t>Amostra</a:t>
            </a:r>
            <a:endParaRPr lang="en-US" dirty="0" err="1"/>
          </a:p>
        </p:txBody>
      </p:sp>
    </p:spTree>
    <p:extLst>
      <p:ext uri="{BB962C8B-B14F-4D97-AF65-F5344CB8AC3E}">
        <p14:creationId xmlns:p14="http://schemas.microsoft.com/office/powerpoint/2010/main" val="3274536004"/>
      </p:ext>
    </p:extLst>
  </p:cSld>
  <p:clrMapOvr>
    <a:masterClrMapping/>
  </p:clrMapOvr>
  <mc:AlternateContent xmlns:mc="http://schemas.openxmlformats.org/markup-compatibility/2006" xmlns:p14="http://schemas.microsoft.com/office/powerpoint/2010/main">
    <mc:Choice Requires="p14">
      <p:transition spd="slow" p14:dur="2000" advTm="34106"/>
    </mc:Choice>
    <mc:Fallback xmlns="">
      <p:transition spd="slow" advTm="3410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2044-86E5-CDCE-39EB-09B7C014065D}"/>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54A36CF4-8A5D-5D06-6311-9029EDEC899F}"/>
              </a:ext>
            </a:extLst>
          </p:cNvPr>
          <p:cNvSpPr>
            <a:spLocks noGrp="1"/>
          </p:cNvSpPr>
          <p:nvPr>
            <p:ph type="body" idx="13"/>
          </p:nvPr>
        </p:nvSpPr>
        <p:spPr/>
        <p:txBody>
          <a:bodyPr/>
          <a:lstStyle/>
          <a:p>
            <a:r>
              <a:rPr lang="pt-BR" dirty="0"/>
              <a:t>Amostra</a:t>
            </a:r>
            <a:endParaRPr lang="en-US" dirty="0"/>
          </a:p>
        </p:txBody>
      </p:sp>
      <p:sp>
        <p:nvSpPr>
          <p:cNvPr id="6" name="Espaço Reservado para Texto 5">
            <a:extLst>
              <a:ext uri="{FF2B5EF4-FFF2-40B4-BE49-F238E27FC236}">
                <a16:creationId xmlns:a16="http://schemas.microsoft.com/office/drawing/2014/main" id="{0CA9BFF0-3113-B27B-26D6-D6E2DD2F67FF}"/>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1800" dirty="0">
                <a:solidFill>
                  <a:srgbClr val="003958"/>
                </a:solidFill>
              </a:rPr>
              <a:t>Quando vamos estimar o futuro, a primeira coisa que fazemos é nos basear em experiências passadas, as vezes nos baseamos naquelas mais recentes, outras pessoas se baseiam naquelas mais marcantes, bom vocês me veem direto aqui com a camisa do time, isso porque quando eu venho com a camisa do time, o time vence;</a:t>
            </a:r>
          </a:p>
          <a:p>
            <a:pPr marL="342900" indent="-342900">
              <a:buFont typeface="Arial" panose="020B0604020202020204" pitchFamily="34" charset="0"/>
              <a:buChar char="•"/>
            </a:pPr>
            <a:endParaRPr lang="pt-BR" sz="18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1800" dirty="0">
                <a:solidFill>
                  <a:srgbClr val="003958"/>
                </a:solidFill>
                <a:ea typeface="Calibri" panose="020F0502020204030204"/>
                <a:cs typeface="Calibri" panose="020F0502020204030204"/>
              </a:rPr>
              <a:t>Isso é estimado pelas minhas boas experiências e pelo meu costume de sempre usar camisa vendo os jogos, então, é claro que eu vou lembrar de estimar o resultado positivo;</a:t>
            </a:r>
          </a:p>
          <a:p>
            <a:pPr marL="342900" indent="-342900">
              <a:buFont typeface="Arial" panose="020B0604020202020204" pitchFamily="34" charset="0"/>
              <a:buChar char="•"/>
            </a:pPr>
            <a:endParaRPr lang="pt-BR" sz="18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1800" dirty="0">
                <a:solidFill>
                  <a:srgbClr val="003958"/>
                </a:solidFill>
                <a:ea typeface="Calibri" panose="020F0502020204030204"/>
                <a:cs typeface="Calibri" panose="020F0502020204030204"/>
              </a:rPr>
              <a:t>Mas então todos nós temos novamente meio que por instinto escolher uma amostra daquilo que é o todo para estimar o futuro;</a:t>
            </a:r>
          </a:p>
          <a:p>
            <a:pPr marL="342900" indent="-342900">
              <a:buFont typeface="Arial" panose="020B0604020202020204" pitchFamily="34" charset="0"/>
              <a:buChar char="•"/>
            </a:pPr>
            <a:endParaRPr lang="pt-BR" sz="18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1800" dirty="0">
                <a:solidFill>
                  <a:srgbClr val="003958"/>
                </a:solidFill>
                <a:ea typeface="Calibri" panose="020F0502020204030204"/>
                <a:cs typeface="Calibri" panose="020F0502020204030204"/>
              </a:rPr>
              <a:t>Mas antes de falar de amostra, é necessário dizer que se a amostra é uma parte, o termo técnico correto para o “todo” é </a:t>
            </a:r>
            <a:r>
              <a:rPr lang="pt-BR" sz="1800" b="1" dirty="0">
                <a:solidFill>
                  <a:srgbClr val="003958"/>
                </a:solidFill>
                <a:ea typeface="Calibri" panose="020F0502020204030204"/>
                <a:cs typeface="Calibri" panose="020F0502020204030204"/>
              </a:rPr>
              <a:t>população</a:t>
            </a:r>
            <a:r>
              <a:rPr lang="pt-BR" sz="1800" dirty="0">
                <a:solidFill>
                  <a:srgbClr val="003958"/>
                </a:solidFill>
                <a:ea typeface="Calibri" panose="020F0502020204030204"/>
                <a:cs typeface="Calibri" panose="020F0502020204030204"/>
              </a:rPr>
              <a:t>, então é normal eu falar na aula em população.</a:t>
            </a:r>
          </a:p>
          <a:p>
            <a:pPr marL="342900" indent="-342900">
              <a:buFont typeface="Arial" panose="020B0604020202020204" pitchFamily="34" charset="0"/>
              <a:buChar char="•"/>
            </a:pPr>
            <a:endParaRPr lang="pt-BR" sz="18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3191923489"/>
      </p:ext>
    </p:extLst>
  </p:cSld>
  <p:clrMapOvr>
    <a:masterClrMapping/>
  </p:clrMapOvr>
  <mc:AlternateContent xmlns:mc="http://schemas.openxmlformats.org/markup-compatibility/2006" xmlns:p14="http://schemas.microsoft.com/office/powerpoint/2010/main">
    <mc:Choice Requires="p14">
      <p:transition spd="slow" p14:dur="2000" advTm="191385"/>
    </mc:Choice>
    <mc:Fallback xmlns="">
      <p:transition spd="slow" advTm="19138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8EEB2-1EBD-61AD-0723-57C23DDB662C}"/>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BBD480E7-2B43-B1D7-6A74-11023170E3EF}"/>
              </a:ext>
            </a:extLst>
          </p:cNvPr>
          <p:cNvSpPr>
            <a:spLocks noGrp="1"/>
          </p:cNvSpPr>
          <p:nvPr>
            <p:ph type="body" idx="13"/>
          </p:nvPr>
        </p:nvSpPr>
        <p:spPr/>
        <p:txBody>
          <a:bodyPr/>
          <a:lstStyle/>
          <a:p>
            <a:r>
              <a:rPr lang="pt-BR" dirty="0"/>
              <a:t>Amostra</a:t>
            </a:r>
            <a:endParaRPr lang="en-US" dirty="0"/>
          </a:p>
        </p:txBody>
      </p:sp>
      <p:sp>
        <p:nvSpPr>
          <p:cNvPr id="6" name="Espaço Reservado para Texto 5">
            <a:extLst>
              <a:ext uri="{FF2B5EF4-FFF2-40B4-BE49-F238E27FC236}">
                <a16:creationId xmlns:a16="http://schemas.microsoft.com/office/drawing/2014/main" id="{2D5D79AE-BC23-CADE-5C7E-B97E49745C51}"/>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 coleta de dados de uma população por vezes é praticamente impossível, imaginem eu tentar colher a pergunta de toda a população brasileira sobre a questão da copa, já seria impossível colher Criciúma, quem dirá a SATC, por isso, a necessidade de se colher amostras;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Mas ai temos um outro problema, o </a:t>
            </a:r>
            <a:r>
              <a:rPr lang="pt-BR" sz="2000" b="1" dirty="0">
                <a:solidFill>
                  <a:srgbClr val="003958"/>
                </a:solidFill>
                <a:ea typeface="Calibri" panose="020F0502020204030204"/>
                <a:cs typeface="Calibri" panose="020F0502020204030204"/>
              </a:rPr>
              <a:t>viés</a:t>
            </a:r>
            <a:r>
              <a:rPr lang="pt-BR" sz="2000" dirty="0">
                <a:solidFill>
                  <a:srgbClr val="003958"/>
                </a:solidFill>
                <a:ea typeface="Calibri" panose="020F0502020204030204"/>
                <a:cs typeface="Calibri" panose="020F0502020204030204"/>
              </a:rPr>
              <a:t>, e para aqueles que não sabem o que isso significa, </a:t>
            </a:r>
            <a:r>
              <a:rPr lang="pt-BR" sz="2000" b="1" dirty="0">
                <a:solidFill>
                  <a:srgbClr val="003958"/>
                </a:solidFill>
                <a:ea typeface="Calibri" panose="020F0502020204030204"/>
                <a:cs typeface="Calibri" panose="020F0502020204030204"/>
              </a:rPr>
              <a:t>enviesar algo</a:t>
            </a:r>
            <a:r>
              <a:rPr lang="pt-BR" sz="2000" dirty="0">
                <a:solidFill>
                  <a:srgbClr val="003958"/>
                </a:solidFill>
                <a:ea typeface="Calibri" panose="020F0502020204030204"/>
                <a:cs typeface="Calibri" panose="020F0502020204030204"/>
              </a:rPr>
              <a:t>, é direcionar, alterar seja de propósito ou não o caminho do resultado por acabar escolhendo um nicho específico de pessoas;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Imaginem o seguinte cenário, eu saio perguntando, “Qual é o melhor curso de graduação da SATC?”, o melhor cenário é que eu escolha pessoas aleatórias, sem características similares para ter o máximo de dispersão entre as repostas, isso reduziria a chance de eu ter dados enviesados.</a:t>
            </a: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3976448499"/>
      </p:ext>
    </p:extLst>
  </p:cSld>
  <p:clrMapOvr>
    <a:masterClrMapping/>
  </p:clrMapOvr>
  <mc:AlternateContent xmlns:mc="http://schemas.openxmlformats.org/markup-compatibility/2006" xmlns:p14="http://schemas.microsoft.com/office/powerpoint/2010/main">
    <mc:Choice Requires="p14">
      <p:transition spd="slow" p14:dur="2000" advTm="191385"/>
    </mc:Choice>
    <mc:Fallback xmlns="">
      <p:transition spd="slow" advTm="19138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FD8CC-4089-9B31-EA19-D9A8355AE8A4}"/>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2E428790-9238-42F7-807D-7B72362524E6}"/>
              </a:ext>
            </a:extLst>
          </p:cNvPr>
          <p:cNvSpPr>
            <a:spLocks noGrp="1"/>
          </p:cNvSpPr>
          <p:nvPr>
            <p:ph type="body" idx="13"/>
          </p:nvPr>
        </p:nvSpPr>
        <p:spPr/>
        <p:txBody>
          <a:bodyPr/>
          <a:lstStyle/>
          <a:p>
            <a:r>
              <a:rPr lang="pt-BR" dirty="0"/>
              <a:t>Amostra</a:t>
            </a:r>
            <a:endParaRPr lang="en-US" dirty="0"/>
          </a:p>
        </p:txBody>
      </p:sp>
      <p:sp>
        <p:nvSpPr>
          <p:cNvPr id="6" name="Espaço Reservado para Texto 5">
            <a:extLst>
              <a:ext uri="{FF2B5EF4-FFF2-40B4-BE49-F238E27FC236}">
                <a16:creationId xmlns:a16="http://schemas.microsoft.com/office/drawing/2014/main" id="{BA2863DF-CFB2-FCF7-3A5D-2128DE699884}"/>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Mas se eu quisesse adicionar viés a amostra, eu fingiria estar na mesma posição, mas só pararia alunos que estivessem vestindo camisetas de determinado curso, uma hora ou outra pegando outro aluno pra não dar muito na cara, assim, eu consigo o resultado que espero e coloco uma “roupa” que fiz uma amostra certa;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Em institutos sérios, é obrigatório especificar o método de amostragem e principalmente em anos de eleição é comum vocês verem quando a pesquisa sai no jornal um texto mais ou menos assim: </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“Essa pesquisa ouviu 1400 pessoas, em 25 municípios, durante os dias 20 e 22 de julho”.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Tudo isso justamente para eliminar ao máximo ao viés e outros problemas, mas então se temos o viés e outros problemas não citados, qual é a maneira correta de se coletar uma amostra?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1283332000"/>
      </p:ext>
    </p:extLst>
  </p:cSld>
  <p:clrMapOvr>
    <a:masterClrMapping/>
  </p:clrMapOvr>
  <mc:AlternateContent xmlns:mc="http://schemas.openxmlformats.org/markup-compatibility/2006" xmlns:p14="http://schemas.microsoft.com/office/powerpoint/2010/main">
    <mc:Choice Requires="p14">
      <p:transition spd="slow" p14:dur="2000" advTm="191385"/>
    </mc:Choice>
    <mc:Fallback xmlns="">
      <p:transition spd="slow" advTm="19138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A8C03-C0F7-B602-FC79-977B7DFA310A}"/>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DB278C3B-732D-CD93-A8F9-EE6651316E4B}"/>
              </a:ext>
            </a:extLst>
          </p:cNvPr>
          <p:cNvSpPr>
            <a:spLocks noGrp="1"/>
          </p:cNvSpPr>
          <p:nvPr>
            <p:ph type="body" idx="13"/>
          </p:nvPr>
        </p:nvSpPr>
        <p:spPr/>
        <p:txBody>
          <a:bodyPr/>
          <a:lstStyle/>
          <a:p>
            <a:r>
              <a:rPr lang="pt-BR" dirty="0"/>
              <a:t>Amostra</a:t>
            </a:r>
            <a:endParaRPr lang="en-US" dirty="0"/>
          </a:p>
        </p:txBody>
      </p:sp>
      <mc:AlternateContent xmlns:mc="http://schemas.openxmlformats.org/markup-compatibility/2006" xmlns:a14="http://schemas.microsoft.com/office/drawing/2010/main">
        <mc:Choice Requires="a14">
          <p:sp>
            <p:nvSpPr>
              <p:cNvPr id="6" name="Espaço Reservado para Texto 5">
                <a:extLst>
                  <a:ext uri="{FF2B5EF4-FFF2-40B4-BE49-F238E27FC236}">
                    <a16:creationId xmlns:a16="http://schemas.microsoft.com/office/drawing/2014/main" id="{AFF4D615-E3ED-4697-BD38-4E46AF9545E8}"/>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O primeiro passo então é definir a </a:t>
                </a:r>
                <a:r>
                  <a:rPr lang="pt-BR" sz="2000" b="1" dirty="0">
                    <a:solidFill>
                      <a:srgbClr val="003958"/>
                    </a:solidFill>
                    <a:ea typeface="Calibri" panose="020F0502020204030204"/>
                    <a:cs typeface="Calibri" panose="020F0502020204030204"/>
                  </a:rPr>
                  <a:t>população</a:t>
                </a:r>
                <a:r>
                  <a:rPr lang="pt-BR" sz="2000" dirty="0">
                    <a:solidFill>
                      <a:srgbClr val="003958"/>
                    </a:solidFill>
                    <a:ea typeface="Calibri" panose="020F0502020204030204"/>
                    <a:cs typeface="Calibri" panose="020F0502020204030204"/>
                  </a:rPr>
                  <a:t> da minha amostra, ou melhor, o seu </a:t>
                </a:r>
                <a:r>
                  <a:rPr lang="pt-BR" sz="2000" b="1" dirty="0">
                    <a:solidFill>
                      <a:srgbClr val="003958"/>
                    </a:solidFill>
                    <a:ea typeface="Calibri" panose="020F0502020204030204"/>
                    <a:cs typeface="Calibri" panose="020F0502020204030204"/>
                  </a:rPr>
                  <a:t>tamanho</a:t>
                </a:r>
                <a:r>
                  <a:rPr lang="pt-BR" sz="2000" dirty="0">
                    <a:solidFill>
                      <a:srgbClr val="003958"/>
                    </a:solidFill>
                    <a:ea typeface="Calibri" panose="020F0502020204030204"/>
                    <a:cs typeface="Calibri" panose="020F0502020204030204"/>
                  </a:rPr>
                  <a:t>, o que já vimos aqui anteriormente em outras aulas o quão importante isso é em questão das normalidades, já que quanto mais registros mais próximos (ou deveria estar) da minha normalidade.</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 essa </a:t>
                </a:r>
                <a:r>
                  <a:rPr lang="pt-BR" sz="2000" b="1" dirty="0">
                    <a:solidFill>
                      <a:srgbClr val="003958"/>
                    </a:solidFill>
                    <a:ea typeface="Calibri" panose="020F0502020204030204"/>
                    <a:cs typeface="Calibri" panose="020F0502020204030204"/>
                  </a:rPr>
                  <a:t>população-alvo</a:t>
                </a:r>
                <a:r>
                  <a:rPr lang="pt-BR" sz="2000" dirty="0">
                    <a:solidFill>
                      <a:srgbClr val="003958"/>
                    </a:solidFill>
                    <a:ea typeface="Calibri" panose="020F0502020204030204"/>
                    <a:cs typeface="Calibri" panose="020F0502020204030204"/>
                  </a:rPr>
                  <a:t> (termo técnico), tem a seguinte fórmula: n =  </a:t>
                </a:r>
                <a14:m>
                  <m:oMath xmlns:m="http://schemas.openxmlformats.org/officeDocument/2006/math">
                    <m:f>
                      <m:fPr>
                        <m:ctrlPr>
                          <a:rPr lang="pt-BR" sz="2000" i="1" smtClean="0">
                            <a:solidFill>
                              <a:srgbClr val="003958"/>
                            </a:solidFill>
                            <a:latin typeface="Cambria Math" panose="02040503050406030204" pitchFamily="18" charset="0"/>
                            <a:ea typeface="Calibri" panose="020F0502020204030204"/>
                            <a:cs typeface="Calibri" panose="020F0502020204030204"/>
                          </a:rPr>
                        </m:ctrlPr>
                      </m:fPr>
                      <m:num>
                        <m:sSup>
                          <m:sSupPr>
                            <m:ctrlPr>
                              <a:rPr lang="pt-BR" sz="2000" b="0" i="1" smtClean="0">
                                <a:solidFill>
                                  <a:srgbClr val="003958"/>
                                </a:solidFill>
                                <a:latin typeface="Cambria Math" panose="02040503050406030204" pitchFamily="18" charset="0"/>
                                <a:ea typeface="Calibri" panose="020F0502020204030204"/>
                                <a:cs typeface="Calibri" panose="020F0502020204030204"/>
                              </a:rPr>
                            </m:ctrlPr>
                          </m:sSupPr>
                          <m:e>
                            <m:r>
                              <a:rPr lang="pt-BR" sz="2000" b="0" i="1" smtClean="0">
                                <a:solidFill>
                                  <a:srgbClr val="003958"/>
                                </a:solidFill>
                                <a:latin typeface="Cambria Math" panose="02040503050406030204" pitchFamily="18" charset="0"/>
                                <a:ea typeface="Calibri" panose="020F0502020204030204"/>
                                <a:cs typeface="Calibri" panose="020F0502020204030204"/>
                              </a:rPr>
                              <m:t>𝑧</m:t>
                            </m:r>
                          </m:e>
                          <m:sup>
                            <m:r>
                              <a:rPr lang="pt-BR" sz="2000" b="0" i="1" smtClean="0">
                                <a:solidFill>
                                  <a:srgbClr val="003958"/>
                                </a:solidFill>
                                <a:latin typeface="Cambria Math" panose="02040503050406030204" pitchFamily="18" charset="0"/>
                                <a:ea typeface="Calibri" panose="020F0502020204030204"/>
                                <a:cs typeface="Calibri" panose="020F0502020204030204"/>
                              </a:rPr>
                              <m:t>2</m:t>
                            </m:r>
                          </m:sup>
                        </m:sSup>
                        <m:r>
                          <a:rPr lang="pt-BR" sz="2000" b="0" i="1" smtClean="0">
                            <a:solidFill>
                              <a:srgbClr val="003958"/>
                            </a:solidFill>
                            <a:latin typeface="Cambria Math" panose="02040503050406030204" pitchFamily="18" charset="0"/>
                            <a:ea typeface="Calibri" panose="020F0502020204030204"/>
                            <a:cs typeface="Calibri" panose="020F0502020204030204"/>
                          </a:rPr>
                          <m:t>∗ </m:t>
                        </m:r>
                        <m:r>
                          <a:rPr lang="pt-BR" sz="2000" b="0" i="1" smtClean="0">
                            <a:solidFill>
                              <a:srgbClr val="003958"/>
                            </a:solidFill>
                            <a:latin typeface="Cambria Math" panose="02040503050406030204" pitchFamily="18" charset="0"/>
                            <a:ea typeface="Calibri" panose="020F0502020204030204"/>
                            <a:cs typeface="Calibri" panose="020F0502020204030204"/>
                          </a:rPr>
                          <m:t>𝑝</m:t>
                        </m:r>
                        <m:r>
                          <a:rPr lang="pt-BR" sz="2000" b="0" i="1" smtClean="0">
                            <a:solidFill>
                              <a:srgbClr val="003958"/>
                            </a:solidFill>
                            <a:latin typeface="Cambria Math" panose="02040503050406030204" pitchFamily="18" charset="0"/>
                            <a:ea typeface="Calibri" panose="020F0502020204030204"/>
                            <a:cs typeface="Calibri" panose="020F0502020204030204"/>
                          </a:rPr>
                          <m:t> ∗ (1 −</m:t>
                        </m:r>
                        <m:r>
                          <a:rPr lang="pt-BR" sz="2000" b="0" i="1" smtClean="0">
                            <a:solidFill>
                              <a:srgbClr val="003958"/>
                            </a:solidFill>
                            <a:latin typeface="Cambria Math" panose="02040503050406030204" pitchFamily="18" charset="0"/>
                            <a:ea typeface="Calibri" panose="020F0502020204030204"/>
                            <a:cs typeface="Calibri" panose="020F0502020204030204"/>
                          </a:rPr>
                          <m:t>𝑝</m:t>
                        </m:r>
                        <m:r>
                          <a:rPr lang="pt-BR" sz="2000" b="0" i="1" smtClean="0">
                            <a:solidFill>
                              <a:srgbClr val="003958"/>
                            </a:solidFill>
                            <a:latin typeface="Cambria Math" panose="02040503050406030204" pitchFamily="18" charset="0"/>
                            <a:ea typeface="Calibri" panose="020F0502020204030204"/>
                            <a:cs typeface="Calibri" panose="020F0502020204030204"/>
                          </a:rPr>
                          <m:t>)</m:t>
                        </m:r>
                      </m:num>
                      <m:den>
                        <m:r>
                          <a:rPr lang="pt-BR" sz="2000" b="0" i="1" smtClean="0">
                            <a:solidFill>
                              <a:srgbClr val="003958"/>
                            </a:solidFill>
                            <a:latin typeface="Cambria Math" panose="02040503050406030204" pitchFamily="18" charset="0"/>
                            <a:ea typeface="Calibri" panose="020F0502020204030204"/>
                            <a:cs typeface="Calibri" panose="020F0502020204030204"/>
                          </a:rPr>
                          <m:t>𝐸</m:t>
                        </m:r>
                        <m:r>
                          <a:rPr lang="pt-BR" sz="2000" b="0" i="1" smtClean="0">
                            <a:solidFill>
                              <a:srgbClr val="003958"/>
                            </a:solidFill>
                            <a:latin typeface="Cambria Math" panose="02040503050406030204" pitchFamily="18" charset="0"/>
                            <a:ea typeface="Calibri" panose="020F0502020204030204"/>
                            <a:cs typeface="Calibri" panose="020F0502020204030204"/>
                          </a:rPr>
                          <m:t>²</m:t>
                        </m:r>
                      </m:den>
                    </m:f>
                  </m:oMath>
                </a14:m>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1800" dirty="0">
                  <a:solidFill>
                    <a:srgbClr val="003958"/>
                  </a:solidFill>
                  <a:ea typeface="Calibri" panose="020F0502020204030204"/>
                  <a:cs typeface="Calibri" panose="020F0502020204030204"/>
                </a:endParaRPr>
              </a:p>
              <a:p>
                <a:pPr marL="800100" lvl="1" indent="-342900">
                  <a:buFont typeface="Arial" panose="020B0604020202020204" pitchFamily="34" charset="0"/>
                  <a:buChar char="•"/>
                </a:pPr>
                <a:r>
                  <a:rPr lang="pt-BR" dirty="0">
                    <a:solidFill>
                      <a:srgbClr val="003958"/>
                    </a:solidFill>
                    <a:ea typeface="Calibri" panose="020F0502020204030204"/>
                    <a:cs typeface="Calibri" panose="020F0502020204030204"/>
                  </a:rPr>
                  <a:t>Onde:</a:t>
                </a:r>
              </a:p>
              <a:p>
                <a:pPr marL="1257300" lvl="2" indent="-342900">
                  <a:buFont typeface="Arial" panose="020B0604020202020204" pitchFamily="34" charset="0"/>
                  <a:buChar char="•"/>
                </a:pPr>
                <a:r>
                  <a:rPr lang="pt-BR" sz="2000" dirty="0">
                    <a:solidFill>
                      <a:srgbClr val="003958"/>
                    </a:solidFill>
                    <a:ea typeface="Calibri" panose="020F0502020204030204"/>
                    <a:cs typeface="Calibri" panose="020F0502020204030204"/>
                  </a:rPr>
                  <a:t>n – População alvo</a:t>
                </a:r>
              </a:p>
              <a:p>
                <a:pPr marL="1257300" lvl="2" indent="-342900">
                  <a:buFont typeface="Arial" panose="020B0604020202020204" pitchFamily="34" charset="0"/>
                  <a:buChar char="•"/>
                </a:pPr>
                <a:r>
                  <a:rPr lang="pt-BR" sz="2000" dirty="0">
                    <a:solidFill>
                      <a:srgbClr val="003958"/>
                    </a:solidFill>
                    <a:ea typeface="Calibri" panose="020F0502020204030204"/>
                    <a:cs typeface="Calibri" panose="020F0502020204030204"/>
                  </a:rPr>
                  <a:t>z – Nível de confiança</a:t>
                </a:r>
              </a:p>
              <a:p>
                <a:pPr marL="1257300" lvl="2" indent="-342900">
                  <a:buFont typeface="Arial" panose="020B0604020202020204" pitchFamily="34" charset="0"/>
                  <a:buChar char="•"/>
                </a:pPr>
                <a:r>
                  <a:rPr lang="pt-BR" sz="2000" dirty="0">
                    <a:solidFill>
                      <a:srgbClr val="003958"/>
                    </a:solidFill>
                    <a:ea typeface="Calibri" panose="020F0502020204030204"/>
                    <a:cs typeface="Calibri" panose="020F0502020204030204"/>
                  </a:rPr>
                  <a:t>p – Proporção esperada</a:t>
                </a:r>
              </a:p>
              <a:p>
                <a:pPr marL="1257300" lvl="2" indent="-342900">
                  <a:buFont typeface="Arial" panose="020B0604020202020204" pitchFamily="34" charset="0"/>
                  <a:buChar char="•"/>
                </a:pPr>
                <a:r>
                  <a:rPr lang="pt-BR" sz="2000" dirty="0">
                    <a:solidFill>
                      <a:srgbClr val="003958"/>
                    </a:solidFill>
                    <a:ea typeface="Calibri" panose="020F0502020204030204"/>
                    <a:cs typeface="Calibri" panose="020F0502020204030204"/>
                  </a:rPr>
                  <a:t>E – Erro aceitável</a:t>
                </a: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xmlns="">
          <p:sp>
            <p:nvSpPr>
              <p:cNvPr id="6" name="Espaço Reservado para Texto 5">
                <a:extLst>
                  <a:ext uri="{FF2B5EF4-FFF2-40B4-BE49-F238E27FC236}">
                    <a16:creationId xmlns:a16="http://schemas.microsoft.com/office/drawing/2014/main" id="{AFF4D615-E3ED-4697-BD38-4E46AF9545E8}"/>
                  </a:ext>
                </a:extLst>
              </p:cNvPr>
              <p:cNvSpPr>
                <a:spLocks noGrp="1" noRot="1" noChangeAspect="1" noMove="1" noResize="1" noEditPoints="1" noAdjustHandles="1" noChangeArrowheads="1" noChangeShapeType="1" noTextEdit="1"/>
              </p:cNvSpPr>
              <p:nvPr>
                <p:ph type="body" idx="1"/>
              </p:nvPr>
            </p:nvSpPr>
            <p:spPr>
              <a:blipFill>
                <a:blip r:embed="rId2"/>
                <a:stretch>
                  <a:fillRect l="-530" t="-1357"/>
                </a:stretch>
              </a:blipFill>
            </p:spPr>
            <p:txBody>
              <a:bodyPr/>
              <a:lstStyle/>
              <a:p>
                <a:r>
                  <a:rPr lang="pt-BR">
                    <a:noFill/>
                  </a:rPr>
                  <a:t> </a:t>
                </a:r>
              </a:p>
            </p:txBody>
          </p:sp>
        </mc:Fallback>
      </mc:AlternateContent>
    </p:spTree>
    <p:extLst>
      <p:ext uri="{BB962C8B-B14F-4D97-AF65-F5344CB8AC3E}">
        <p14:creationId xmlns:p14="http://schemas.microsoft.com/office/powerpoint/2010/main" val="3952151263"/>
      </p:ext>
    </p:extLst>
  </p:cSld>
  <p:clrMapOvr>
    <a:masterClrMapping/>
  </p:clrMapOvr>
  <mc:AlternateContent xmlns:mc="http://schemas.openxmlformats.org/markup-compatibility/2006" xmlns:p14="http://schemas.microsoft.com/office/powerpoint/2010/main">
    <mc:Choice Requires="p14">
      <p:transition spd="slow" p14:dur="2000" advTm="191385"/>
    </mc:Choice>
    <mc:Fallback xmlns="">
      <p:transition spd="slow" advTm="19138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EAE4E-EF0A-36E2-35D1-52A5284E7F8C}"/>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A3E449DD-DB28-812E-8B26-FF6EDC9F36D0}"/>
              </a:ext>
            </a:extLst>
          </p:cNvPr>
          <p:cNvSpPr>
            <a:spLocks noGrp="1"/>
          </p:cNvSpPr>
          <p:nvPr>
            <p:ph type="body" idx="13"/>
          </p:nvPr>
        </p:nvSpPr>
        <p:spPr/>
        <p:txBody>
          <a:bodyPr/>
          <a:lstStyle/>
          <a:p>
            <a:r>
              <a:rPr lang="pt-BR" dirty="0"/>
              <a:t>Amostra</a:t>
            </a:r>
            <a:endParaRPr lang="en-US" dirty="0"/>
          </a:p>
        </p:txBody>
      </p:sp>
      <p:sp>
        <p:nvSpPr>
          <p:cNvPr id="6" name="Espaço Reservado para Texto 5">
            <a:extLst>
              <a:ext uri="{FF2B5EF4-FFF2-40B4-BE49-F238E27FC236}">
                <a16:creationId xmlns:a16="http://schemas.microsoft.com/office/drawing/2014/main" id="{058445CF-1E23-32F3-3BAE-76EEA8EF3303}"/>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olhando variável a variável, o </a:t>
            </a:r>
            <a:r>
              <a:rPr lang="pt-BR" sz="2000" b="1" dirty="0">
                <a:solidFill>
                  <a:srgbClr val="003958"/>
                </a:solidFill>
                <a:ea typeface="Calibri" panose="020F0502020204030204"/>
                <a:cs typeface="Calibri" panose="020F0502020204030204"/>
              </a:rPr>
              <a:t>nível de confiança</a:t>
            </a:r>
            <a:r>
              <a:rPr lang="pt-BR" sz="2000" dirty="0">
                <a:solidFill>
                  <a:srgbClr val="003958"/>
                </a:solidFill>
                <a:ea typeface="Calibri" panose="020F0502020204030204"/>
                <a:cs typeface="Calibri" panose="020F0502020204030204"/>
              </a:rPr>
              <a:t>, é como o nome já diz, é quanto você quer adicionar de confiança, que se aquele experimento for repetido inúmeras vezes, o resultado não irá se alterar;</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Para, esse parâmetro em especial, é normal que as pessoas utilizem o valor de 95%, muito raramente 99%, mas é importante dizer que, quanto maior o nível de confiança que se deseja, maior será a amostra;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Pois, como é dito anteriormente, se o resultado não pode se alterar, a amostra precisa ser maior para se evitar que o resultado seja comprometido;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Dúvidas até aqui?</a:t>
            </a: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316505493"/>
      </p:ext>
    </p:extLst>
  </p:cSld>
  <p:clrMapOvr>
    <a:masterClrMapping/>
  </p:clrMapOvr>
  <mc:AlternateContent xmlns:mc="http://schemas.openxmlformats.org/markup-compatibility/2006" xmlns:p14="http://schemas.microsoft.com/office/powerpoint/2010/main">
    <mc:Choice Requires="p14">
      <p:transition spd="slow" p14:dur="2000" advTm="191385"/>
    </mc:Choice>
    <mc:Fallback xmlns="">
      <p:transition spd="slow" advTm="19138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75C11-5754-3570-D5EE-082E3410E581}"/>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B0D4943B-82BF-3C16-D01B-EADCBA93196D}"/>
              </a:ext>
            </a:extLst>
          </p:cNvPr>
          <p:cNvSpPr>
            <a:spLocks noGrp="1"/>
          </p:cNvSpPr>
          <p:nvPr>
            <p:ph type="body" idx="13"/>
          </p:nvPr>
        </p:nvSpPr>
        <p:spPr/>
        <p:txBody>
          <a:bodyPr/>
          <a:lstStyle/>
          <a:p>
            <a:r>
              <a:rPr lang="pt-BR" dirty="0"/>
              <a:t>Amostra</a:t>
            </a:r>
            <a:endParaRPr lang="en-US" dirty="0"/>
          </a:p>
        </p:txBody>
      </p:sp>
      <p:sp>
        <p:nvSpPr>
          <p:cNvPr id="6" name="Espaço Reservado para Texto 5">
            <a:extLst>
              <a:ext uri="{FF2B5EF4-FFF2-40B4-BE49-F238E27FC236}">
                <a16:creationId xmlns:a16="http://schemas.microsoft.com/office/drawing/2014/main" id="{9738DBCE-EAB0-AE1F-110E-FA1535AEE0E6}"/>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O próximo parâmetro é a </a:t>
            </a:r>
            <a:r>
              <a:rPr lang="pt-BR" sz="2000" b="1" dirty="0">
                <a:solidFill>
                  <a:srgbClr val="003958"/>
                </a:solidFill>
                <a:ea typeface="Calibri" panose="020F0502020204030204"/>
                <a:cs typeface="Calibri" panose="020F0502020204030204"/>
              </a:rPr>
              <a:t>proporção esperada</a:t>
            </a:r>
            <a:r>
              <a:rPr lang="pt-BR" sz="2000" dirty="0">
                <a:solidFill>
                  <a:srgbClr val="003958"/>
                </a:solidFill>
                <a:ea typeface="Calibri" panose="020F0502020204030204"/>
                <a:cs typeface="Calibri" panose="020F0502020204030204"/>
              </a:rPr>
              <a:t>, que é também uma convenção, de utilizar 50% (0,5 na fórmula), pois assim você utiliza o valor máximo possível separando dois lados, a metade;</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Caso você utilizasse um outro valor, a proporção ficaria desbalanceada, o que não está errado, mas quando se deseja entender o cenário que uma população se expressa, o ideal é que se use a proporção de 50%;</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 por fim, nos temos o </a:t>
            </a:r>
            <a:r>
              <a:rPr lang="pt-BR" sz="2000" b="1" dirty="0">
                <a:solidFill>
                  <a:srgbClr val="003958"/>
                </a:solidFill>
                <a:ea typeface="Calibri" panose="020F0502020204030204"/>
                <a:cs typeface="Calibri" panose="020F0502020204030204"/>
              </a:rPr>
              <a:t>erro aceitável</a:t>
            </a:r>
            <a:r>
              <a:rPr lang="pt-BR" sz="2000" dirty="0">
                <a:solidFill>
                  <a:srgbClr val="003958"/>
                </a:solidFill>
                <a:ea typeface="Calibri" panose="020F0502020204030204"/>
                <a:cs typeface="Calibri" panose="020F0502020204030204"/>
              </a:rPr>
              <a:t>, que de novo trazendo os exemplos das eleições, vocês vão conhecer, por outro nome, a </a:t>
            </a:r>
            <a:r>
              <a:rPr lang="pt-BR" sz="2000" b="1" dirty="0">
                <a:solidFill>
                  <a:srgbClr val="003958"/>
                </a:solidFill>
                <a:ea typeface="Calibri" panose="020F0502020204030204"/>
                <a:cs typeface="Calibri" panose="020F0502020204030204"/>
              </a:rPr>
              <a:t>margem de erro</a:t>
            </a:r>
            <a:r>
              <a:rPr lang="pt-BR" sz="2000" dirty="0">
                <a:solidFill>
                  <a:srgbClr val="003958"/>
                </a:solidFill>
                <a:ea typeface="Calibri" panose="020F0502020204030204"/>
                <a:cs typeface="Calibri" panose="020F0502020204030204"/>
              </a:rPr>
              <a:t>, sempre dita também no jornal: “Essa pesquisa tem uma margem de erro de 2 pontos percentuais”;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Aqui, os valores comuns são de entre 2-5%, sabendo que, com uma margem de erro menor, mais amostras precisarão ser coletadas.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215894489"/>
      </p:ext>
    </p:extLst>
  </p:cSld>
  <p:clrMapOvr>
    <a:masterClrMapping/>
  </p:clrMapOvr>
  <mc:AlternateContent xmlns:mc="http://schemas.openxmlformats.org/markup-compatibility/2006" xmlns:p14="http://schemas.microsoft.com/office/powerpoint/2010/main">
    <mc:Choice Requires="p14">
      <p:transition spd="slow" p14:dur="2000" advTm="191385"/>
    </mc:Choice>
    <mc:Fallback xmlns="">
      <p:transition spd="slow" advTm="19138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252F2-4335-9E42-F588-B231568B8B61}"/>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E6363E11-A72D-2E9D-9C48-563222A3EF12}"/>
              </a:ext>
            </a:extLst>
          </p:cNvPr>
          <p:cNvSpPr>
            <a:spLocks noGrp="1"/>
          </p:cNvSpPr>
          <p:nvPr>
            <p:ph type="body" idx="13"/>
          </p:nvPr>
        </p:nvSpPr>
        <p:spPr/>
        <p:txBody>
          <a:bodyPr/>
          <a:lstStyle/>
          <a:p>
            <a:r>
              <a:rPr lang="pt-BR" dirty="0"/>
              <a:t>Amostra</a:t>
            </a:r>
            <a:endParaRPr lang="en-US" dirty="0"/>
          </a:p>
        </p:txBody>
      </p:sp>
      <p:sp>
        <p:nvSpPr>
          <p:cNvPr id="6" name="Espaço Reservado para Texto 5">
            <a:extLst>
              <a:ext uri="{FF2B5EF4-FFF2-40B4-BE49-F238E27FC236}">
                <a16:creationId xmlns:a16="http://schemas.microsoft.com/office/drawing/2014/main" id="{4418D9E4-B36C-B825-C754-29B7A9E822D4}"/>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O próximo parâmetro é a </a:t>
            </a:r>
            <a:r>
              <a:rPr lang="pt-BR" sz="2000" b="1" dirty="0">
                <a:solidFill>
                  <a:srgbClr val="003958"/>
                </a:solidFill>
                <a:ea typeface="Calibri" panose="020F0502020204030204"/>
                <a:cs typeface="Calibri" panose="020F0502020204030204"/>
              </a:rPr>
              <a:t>proporção esperada</a:t>
            </a:r>
            <a:r>
              <a:rPr lang="pt-BR" sz="2000" dirty="0">
                <a:solidFill>
                  <a:srgbClr val="003958"/>
                </a:solidFill>
                <a:ea typeface="Calibri" panose="020F0502020204030204"/>
                <a:cs typeface="Calibri" panose="020F0502020204030204"/>
              </a:rPr>
              <a:t>, que é também uma convenção, de utilizar 50% (0,5 na fórmula), pois assim você utiliza o valor máximo possível separando dois lados, a metade;</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Caso você utilizasse um outro valor, a proporção ficaria desbalanceada, o que não está errado, mas quando se deseja entender o cenário que uma população se expressa, o ideal é que se use a proporção de 50%;</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 por fim, nos temos o </a:t>
            </a:r>
            <a:r>
              <a:rPr lang="pt-BR" sz="2000" b="1" dirty="0">
                <a:solidFill>
                  <a:srgbClr val="003958"/>
                </a:solidFill>
                <a:ea typeface="Calibri" panose="020F0502020204030204"/>
                <a:cs typeface="Calibri" panose="020F0502020204030204"/>
              </a:rPr>
              <a:t>erro aceitável</a:t>
            </a:r>
            <a:r>
              <a:rPr lang="pt-BR" sz="2000" dirty="0">
                <a:solidFill>
                  <a:srgbClr val="003958"/>
                </a:solidFill>
                <a:ea typeface="Calibri" panose="020F0502020204030204"/>
                <a:cs typeface="Calibri" panose="020F0502020204030204"/>
              </a:rPr>
              <a:t>, que de novo trazendo os exemplos das eleições, vocês vão conhecer, por outro nome, a </a:t>
            </a:r>
            <a:r>
              <a:rPr lang="pt-BR" sz="2000" b="1" dirty="0">
                <a:solidFill>
                  <a:srgbClr val="003958"/>
                </a:solidFill>
                <a:ea typeface="Calibri" panose="020F0502020204030204"/>
                <a:cs typeface="Calibri" panose="020F0502020204030204"/>
              </a:rPr>
              <a:t>margem de erro</a:t>
            </a:r>
            <a:r>
              <a:rPr lang="pt-BR" sz="2000" dirty="0">
                <a:solidFill>
                  <a:srgbClr val="003958"/>
                </a:solidFill>
                <a:ea typeface="Calibri" panose="020F0502020204030204"/>
                <a:cs typeface="Calibri" panose="020F0502020204030204"/>
              </a:rPr>
              <a:t>, sempre dita também no jornal: “Essa pesquisa tem uma margem de erro de 2 pontos percentuais”;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Aqui, os valores comuns são de entre 2-5%, sabendo que, com uma margem de erro menor, mais amostras precisarão ser coletadas.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3816701590"/>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0CD04-B843-5DFC-51F3-AEB2C21B144F}"/>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B59AC22C-8EC5-7B9D-9177-450320017229}"/>
              </a:ext>
            </a:extLst>
          </p:cNvPr>
          <p:cNvSpPr>
            <a:spLocks noGrp="1"/>
          </p:cNvSpPr>
          <p:nvPr>
            <p:ph type="body" idx="13"/>
          </p:nvPr>
        </p:nvSpPr>
        <p:spPr/>
        <p:txBody>
          <a:bodyPr/>
          <a:lstStyle/>
          <a:p>
            <a:r>
              <a:rPr lang="pt-BR" dirty="0"/>
              <a:t>Amostra</a:t>
            </a:r>
            <a:endParaRPr lang="en-US" dirty="0"/>
          </a:p>
        </p:txBody>
      </p:sp>
      <p:sp>
        <p:nvSpPr>
          <p:cNvPr id="6" name="Espaço Reservado para Texto 5">
            <a:extLst>
              <a:ext uri="{FF2B5EF4-FFF2-40B4-BE49-F238E27FC236}">
                <a16:creationId xmlns:a16="http://schemas.microsoft.com/office/drawing/2014/main" id="{C4C88EBB-20F6-CCA0-D4E1-734CC648529B}"/>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Com tudo isso posto, podemos calcular tudo que podemos para fazer colher uma amostra, tudo exceto, o mais importante, que é definir o contexto, então precisamos fazer a nossa famosa </a:t>
            </a:r>
            <a:r>
              <a:rPr lang="pt-BR" sz="2000" b="1" dirty="0">
                <a:solidFill>
                  <a:srgbClr val="003958"/>
                </a:solidFill>
                <a:ea typeface="Calibri" panose="020F0502020204030204"/>
                <a:cs typeface="Calibri" panose="020F0502020204030204"/>
              </a:rPr>
              <a:t>pergunta-problema</a:t>
            </a:r>
            <a:r>
              <a:rPr lang="pt-BR" sz="2000" dirty="0">
                <a:solidFill>
                  <a:srgbClr val="003958"/>
                </a:solidFill>
                <a:ea typeface="Calibri" panose="020F0502020204030204"/>
                <a:cs typeface="Calibri" panose="020F0502020204030204"/>
              </a:rPr>
              <a:t> para coletar nossas amostras;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t>
            </a:r>
            <a:r>
              <a:rPr lang="pt-BR" sz="2000" b="1" dirty="0">
                <a:solidFill>
                  <a:srgbClr val="003958"/>
                </a:solidFill>
                <a:ea typeface="Calibri" panose="020F0502020204030204"/>
                <a:cs typeface="Calibri" panose="020F0502020204030204"/>
              </a:rPr>
              <a:t>Até onde os alunos da SATC acreditam que o Brasil conseguirá chegar na copa do mundo?</a:t>
            </a:r>
            <a:r>
              <a:rPr lang="pt-BR" sz="2000" dirty="0">
                <a:solidFill>
                  <a:srgbClr val="003958"/>
                </a:solidFill>
                <a:ea typeface="Calibri" panose="020F0502020204030204"/>
                <a:cs typeface="Calibri" panose="020F0502020204030204"/>
              </a:rPr>
              <a:t>”</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Notem que dessa vez há diferenças na nossa pergunta problema porque eu defini, o que chamamos de público alvo, defini de fato para quem ou de quem você deverá coletar a amostra;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Essa filtro pode ser feito através de regiões (estados, países, cidades), idades, gênero biológico, renda, tudo depende do que você deseja e onde você quer aplicar o seu estudo/modelo.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3016373261"/>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25F86-E1D4-83CC-6E9A-1F62E5F4E957}"/>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FFC57F07-C0C3-0197-6C72-2EE6D675EAB4}"/>
              </a:ext>
            </a:extLst>
          </p:cNvPr>
          <p:cNvSpPr>
            <a:spLocks noGrp="1"/>
          </p:cNvSpPr>
          <p:nvPr>
            <p:ph type="body" idx="13"/>
          </p:nvPr>
        </p:nvSpPr>
        <p:spPr/>
        <p:txBody>
          <a:bodyPr/>
          <a:lstStyle/>
          <a:p>
            <a:r>
              <a:rPr lang="pt-BR" dirty="0"/>
              <a:t>Amostra</a:t>
            </a:r>
            <a:endParaRPr lang="en-US" dirty="0"/>
          </a:p>
        </p:txBody>
      </p:sp>
      <mc:AlternateContent xmlns:mc="http://schemas.openxmlformats.org/markup-compatibility/2006">
        <mc:Choice xmlns:a14="http://schemas.microsoft.com/office/drawing/2010/main" Requires="a14">
          <p:sp>
            <p:nvSpPr>
              <p:cNvPr id="6" name="Espaço Reservado para Texto 5">
                <a:extLst>
                  <a:ext uri="{FF2B5EF4-FFF2-40B4-BE49-F238E27FC236}">
                    <a16:creationId xmlns:a16="http://schemas.microsoft.com/office/drawing/2014/main" id="{17BEDAAA-C5DB-CC04-1453-462227701122}"/>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Vamos dar sequência pra esse cenário e calcular uma amostra para esse problema: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t>
                </a:r>
                <a:r>
                  <a:rPr lang="pt-BR" sz="2000" b="1" dirty="0">
                    <a:solidFill>
                      <a:srgbClr val="003958"/>
                    </a:solidFill>
                    <a:ea typeface="Calibri" panose="020F0502020204030204"/>
                    <a:cs typeface="Calibri" panose="020F0502020204030204"/>
                  </a:rPr>
                  <a:t>Até onde os alunos da SATC acreditam que o Brasil conseguirá chegar na copa do mundo?</a:t>
                </a:r>
                <a:r>
                  <a:rPr lang="pt-BR" sz="2000" dirty="0">
                    <a:solidFill>
                      <a:srgbClr val="003958"/>
                    </a:solidFill>
                    <a:ea typeface="Calibri" panose="020F0502020204030204"/>
                    <a:cs typeface="Calibri" panose="020F0502020204030204"/>
                  </a:rPr>
                  <a:t>”</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Os parâmetros postos:</a:t>
                </a:r>
                <a:endParaRPr lang="pt-BR" sz="16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Arial" panose="020B0604020202020204" pitchFamily="34" charset="0"/>
                  <a:buChar char="•"/>
                </a:pPr>
                <a:r>
                  <a:rPr lang="pt-BR" sz="2000" dirty="0">
                    <a:solidFill>
                      <a:srgbClr val="003958"/>
                    </a:solidFill>
                    <a:ea typeface="Calibri" panose="020F0502020204030204"/>
                    <a:cs typeface="Calibri" panose="020F0502020204030204"/>
                  </a:rPr>
                  <a:t>z – 99%</a:t>
                </a:r>
              </a:p>
              <a:p>
                <a:pPr marL="1257300" lvl="2" indent="-342900">
                  <a:buFont typeface="Arial" panose="020B0604020202020204" pitchFamily="34" charset="0"/>
                  <a:buChar char="•"/>
                </a:pPr>
                <a:r>
                  <a:rPr lang="pt-BR" sz="2000" dirty="0">
                    <a:solidFill>
                      <a:srgbClr val="003958"/>
                    </a:solidFill>
                    <a:ea typeface="Calibri" panose="020F0502020204030204"/>
                    <a:cs typeface="Calibri" panose="020F0502020204030204"/>
                  </a:rPr>
                  <a:t>p – 50%</a:t>
                </a:r>
              </a:p>
              <a:p>
                <a:pPr marL="1257300" lvl="2" indent="-342900">
                  <a:buFont typeface="Arial" panose="020B0604020202020204" pitchFamily="34" charset="0"/>
                  <a:buChar char="•"/>
                </a:pPr>
                <a:r>
                  <a:rPr lang="pt-BR" sz="2000" dirty="0">
                    <a:solidFill>
                      <a:srgbClr val="003958"/>
                    </a:solidFill>
                    <a:ea typeface="Calibri" panose="020F0502020204030204"/>
                    <a:cs typeface="Calibri" panose="020F0502020204030204"/>
                  </a:rPr>
                  <a:t>E – 2%</a:t>
                </a:r>
              </a:p>
              <a:p>
                <a:pPr lvl="2"/>
                <a:endParaRPr lang="pt-BR" sz="2000" dirty="0">
                  <a:solidFill>
                    <a:srgbClr val="003958"/>
                  </a:solidFill>
                  <a:ea typeface="Calibri" panose="020F0502020204030204"/>
                  <a:cs typeface="Calibri" panose="020F0502020204030204"/>
                </a:endParaRPr>
              </a:p>
              <a:p>
                <a:pPr algn="ctr"/>
                <a:r>
                  <a:rPr lang="pt-BR" sz="2000" dirty="0">
                    <a:solidFill>
                      <a:srgbClr val="003958"/>
                    </a:solidFill>
                    <a:ea typeface="Calibri" panose="020F0502020204030204"/>
                    <a:cs typeface="Calibri" panose="020F0502020204030204"/>
                  </a:rPr>
                  <a:t>n =  </a:t>
                </a:r>
                <a14:m>
                  <m:oMath xmlns:m="http://schemas.openxmlformats.org/officeDocument/2006/math">
                    <m:f>
                      <m:fPr>
                        <m:ctrlPr>
                          <a:rPr lang="pt-BR" sz="2000" i="1">
                            <a:solidFill>
                              <a:srgbClr val="003958"/>
                            </a:solidFill>
                            <a:latin typeface="Cambria Math" panose="02040503050406030204" pitchFamily="18" charset="0"/>
                            <a:ea typeface="Calibri" panose="020F0502020204030204"/>
                            <a:cs typeface="Calibri" panose="020F0502020204030204"/>
                          </a:rPr>
                        </m:ctrlPr>
                      </m:fPr>
                      <m:num>
                        <m:sSup>
                          <m:sSupPr>
                            <m:ctrlPr>
                              <a:rPr lang="pt-BR" sz="2000" i="1">
                                <a:solidFill>
                                  <a:srgbClr val="003958"/>
                                </a:solidFill>
                                <a:latin typeface="Cambria Math" panose="02040503050406030204" pitchFamily="18" charset="0"/>
                                <a:ea typeface="Calibri" panose="020F0502020204030204"/>
                                <a:cs typeface="Calibri" panose="020F0502020204030204"/>
                              </a:rPr>
                            </m:ctrlPr>
                          </m:sSupPr>
                          <m:e>
                            <m:r>
                              <a:rPr lang="pt-BR" sz="2000" i="1">
                                <a:solidFill>
                                  <a:srgbClr val="003958"/>
                                </a:solidFill>
                                <a:latin typeface="Cambria Math" panose="02040503050406030204" pitchFamily="18" charset="0"/>
                                <a:ea typeface="Calibri" panose="020F0502020204030204"/>
                                <a:cs typeface="Calibri" panose="020F0502020204030204"/>
                              </a:rPr>
                              <m:t>𝑧</m:t>
                            </m:r>
                          </m:e>
                          <m:sup>
                            <m:r>
                              <a:rPr lang="pt-BR" sz="2000" i="1">
                                <a:solidFill>
                                  <a:srgbClr val="003958"/>
                                </a:solidFill>
                                <a:latin typeface="Cambria Math" panose="02040503050406030204" pitchFamily="18" charset="0"/>
                                <a:ea typeface="Calibri" panose="020F0502020204030204"/>
                                <a:cs typeface="Calibri" panose="020F0502020204030204"/>
                              </a:rPr>
                              <m:t>2</m:t>
                            </m:r>
                          </m:sup>
                        </m:sSup>
                        <m:r>
                          <a:rPr lang="pt-BR" sz="2000" i="1">
                            <a:solidFill>
                              <a:srgbClr val="003958"/>
                            </a:solidFill>
                            <a:latin typeface="Cambria Math" panose="02040503050406030204" pitchFamily="18" charset="0"/>
                            <a:ea typeface="Calibri" panose="020F0502020204030204"/>
                            <a:cs typeface="Calibri" panose="020F0502020204030204"/>
                          </a:rPr>
                          <m:t>∗ </m:t>
                        </m:r>
                        <m:r>
                          <a:rPr lang="pt-BR" sz="2000" i="1">
                            <a:solidFill>
                              <a:srgbClr val="003958"/>
                            </a:solidFill>
                            <a:latin typeface="Cambria Math" panose="02040503050406030204" pitchFamily="18" charset="0"/>
                            <a:ea typeface="Calibri" panose="020F0502020204030204"/>
                            <a:cs typeface="Calibri" panose="020F0502020204030204"/>
                          </a:rPr>
                          <m:t>𝑝</m:t>
                        </m:r>
                        <m:r>
                          <a:rPr lang="pt-BR" sz="2000" i="1">
                            <a:solidFill>
                              <a:srgbClr val="003958"/>
                            </a:solidFill>
                            <a:latin typeface="Cambria Math" panose="02040503050406030204" pitchFamily="18" charset="0"/>
                            <a:ea typeface="Calibri" panose="020F0502020204030204"/>
                            <a:cs typeface="Calibri" panose="020F0502020204030204"/>
                          </a:rPr>
                          <m:t> ∗ (1 −</m:t>
                        </m:r>
                        <m:r>
                          <a:rPr lang="pt-BR" sz="2000" i="1">
                            <a:solidFill>
                              <a:srgbClr val="003958"/>
                            </a:solidFill>
                            <a:latin typeface="Cambria Math" panose="02040503050406030204" pitchFamily="18" charset="0"/>
                            <a:ea typeface="Calibri" panose="020F0502020204030204"/>
                            <a:cs typeface="Calibri" panose="020F0502020204030204"/>
                          </a:rPr>
                          <m:t>𝑝</m:t>
                        </m:r>
                        <m:r>
                          <a:rPr lang="pt-BR" sz="2000" i="1">
                            <a:solidFill>
                              <a:srgbClr val="003958"/>
                            </a:solidFill>
                            <a:latin typeface="Cambria Math" panose="02040503050406030204" pitchFamily="18" charset="0"/>
                            <a:ea typeface="Calibri" panose="020F0502020204030204"/>
                            <a:cs typeface="Calibri" panose="020F0502020204030204"/>
                          </a:rPr>
                          <m:t>)</m:t>
                        </m:r>
                      </m:num>
                      <m:den>
                        <m:r>
                          <a:rPr lang="pt-BR" sz="2000" i="1">
                            <a:solidFill>
                              <a:srgbClr val="003958"/>
                            </a:solidFill>
                            <a:latin typeface="Cambria Math" panose="02040503050406030204" pitchFamily="18" charset="0"/>
                            <a:ea typeface="Calibri" panose="020F0502020204030204"/>
                            <a:cs typeface="Calibri" panose="020F0502020204030204"/>
                          </a:rPr>
                          <m:t>𝐸</m:t>
                        </m:r>
                        <m:r>
                          <a:rPr lang="pt-BR" sz="2000" i="1">
                            <a:solidFill>
                              <a:srgbClr val="003958"/>
                            </a:solidFill>
                            <a:latin typeface="Cambria Math" panose="02040503050406030204" pitchFamily="18" charset="0"/>
                            <a:ea typeface="Calibri" panose="020F0502020204030204"/>
                            <a:cs typeface="Calibri" panose="020F0502020204030204"/>
                          </a:rPr>
                          <m:t>²</m:t>
                        </m:r>
                      </m:den>
                    </m:f>
                  </m:oMath>
                </a14:m>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p:sp>
            <p:nvSpPr>
              <p:cNvPr id="6" name="Espaço Reservado para Texto 5">
                <a:extLst>
                  <a:ext uri="{FF2B5EF4-FFF2-40B4-BE49-F238E27FC236}">
                    <a16:creationId xmlns:a16="http://schemas.microsoft.com/office/drawing/2014/main" id="{17BEDAAA-C5DB-CC04-1453-462227701122}"/>
                  </a:ext>
                </a:extLst>
              </p:cNvPr>
              <p:cNvSpPr>
                <a:spLocks noGrp="1" noRot="1" noChangeAspect="1" noMove="1" noResize="1" noEditPoints="1" noAdjustHandles="1" noChangeArrowheads="1" noChangeShapeType="1" noTextEdit="1"/>
              </p:cNvSpPr>
              <p:nvPr>
                <p:ph type="body" idx="1"/>
              </p:nvPr>
            </p:nvSpPr>
            <p:spPr>
              <a:blipFill>
                <a:blip r:embed="rId2"/>
                <a:stretch>
                  <a:fillRect l="-530" t="-1357"/>
                </a:stretch>
              </a:blipFill>
            </p:spPr>
            <p:txBody>
              <a:bodyPr/>
              <a:lstStyle/>
              <a:p>
                <a:r>
                  <a:rPr lang="pt-BR">
                    <a:noFill/>
                  </a:rPr>
                  <a:t> </a:t>
                </a:r>
              </a:p>
            </p:txBody>
          </p:sp>
        </mc:Fallback>
      </mc:AlternateContent>
    </p:spTree>
    <p:extLst>
      <p:ext uri="{BB962C8B-B14F-4D97-AF65-F5344CB8AC3E}">
        <p14:creationId xmlns:p14="http://schemas.microsoft.com/office/powerpoint/2010/main" val="2102459744"/>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8EEBD-9E9B-F5CB-A90A-EB9D3771A2C0}"/>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350475C1-8BFB-D365-585F-DE8F9D557B1B}"/>
              </a:ext>
            </a:extLst>
          </p:cNvPr>
          <p:cNvSpPr>
            <a:spLocks noGrp="1"/>
          </p:cNvSpPr>
          <p:nvPr>
            <p:ph type="body" idx="13"/>
          </p:nvPr>
        </p:nvSpPr>
        <p:spPr/>
        <p:txBody>
          <a:bodyPr/>
          <a:lstStyle/>
          <a:p>
            <a:r>
              <a:rPr lang="pt-BR" dirty="0"/>
              <a:t>Atividades</a:t>
            </a:r>
            <a:endParaRPr lang="en-US" dirty="0"/>
          </a:p>
        </p:txBody>
      </p:sp>
      <p:sp>
        <p:nvSpPr>
          <p:cNvPr id="6" name="Espaço Reservado para Texto 5">
            <a:extLst>
              <a:ext uri="{FF2B5EF4-FFF2-40B4-BE49-F238E27FC236}">
                <a16:creationId xmlns:a16="http://schemas.microsoft.com/office/drawing/2014/main" id="{41168722-8A55-82D7-2554-F10D8C48F453}"/>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1 – Façam o cálculo anterior no </a:t>
            </a:r>
            <a:r>
              <a:rPr lang="pt-BR" sz="2000" dirty="0" err="1">
                <a:solidFill>
                  <a:srgbClr val="003958"/>
                </a:solidFill>
                <a:ea typeface="Calibri" panose="020F0502020204030204"/>
                <a:cs typeface="Calibri" panose="020F0502020204030204"/>
              </a:rPr>
              <a:t>python</a:t>
            </a:r>
            <a:r>
              <a:rPr lang="pt-BR" sz="2000" dirty="0">
                <a:solidFill>
                  <a:srgbClr val="003958"/>
                </a:solidFill>
                <a:ea typeface="Calibri" panose="020F0502020204030204"/>
                <a:cs typeface="Calibri" panose="020F0502020204030204"/>
              </a:rPr>
              <a:t>;</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2 – Altere os parâmetros de nível de confiança para 95% e de erro aceitável para 5% e verifiquem como a amostra se altera.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932968869"/>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71008-83C1-FCF5-868D-048474AF559E}"/>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23DCF9F4-3C56-4A8F-871C-274F51BA9A31}"/>
              </a:ext>
            </a:extLst>
          </p:cNvPr>
          <p:cNvSpPr>
            <a:spLocks noGrp="1"/>
          </p:cNvSpPr>
          <p:nvPr>
            <p:ph type="body" idx="13"/>
          </p:nvPr>
        </p:nvSpPr>
        <p:spPr/>
        <p:txBody>
          <a:bodyPr/>
          <a:lstStyle/>
          <a:p>
            <a:r>
              <a:rPr lang="pt-BR" dirty="0"/>
              <a:t>Amostra</a:t>
            </a:r>
            <a:endParaRPr lang="en-US" dirty="0"/>
          </a:p>
        </p:txBody>
      </p:sp>
      <mc:AlternateContent xmlns:mc="http://schemas.openxmlformats.org/markup-compatibility/2006">
        <mc:Choice xmlns:a14="http://schemas.microsoft.com/office/drawing/2010/main" Requires="a14">
          <p:sp>
            <p:nvSpPr>
              <p:cNvPr id="6" name="Espaço Reservado para Texto 5">
                <a:extLst>
                  <a:ext uri="{FF2B5EF4-FFF2-40B4-BE49-F238E27FC236}">
                    <a16:creationId xmlns:a16="http://schemas.microsoft.com/office/drawing/2014/main" id="{E4E8FEBD-4E24-467E-EB74-3462C20259D8}"/>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Um último ponto que precisamos comentar sobre amostras é sobre populações finitas e infinitas;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Apesar do termo ser auto explicativo, no nosso contexto matemático, há uma fórmula para decidirmos se uma população pode ser considerada finita ou infinita;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Se </a:t>
                </a:r>
                <a14:m>
                  <m:oMath xmlns:m="http://schemas.openxmlformats.org/officeDocument/2006/math">
                    <m:f>
                      <m:fPr>
                        <m:ctrlPr>
                          <a:rPr lang="pt-BR" sz="2000" i="1" smtClean="0">
                            <a:solidFill>
                              <a:srgbClr val="003958"/>
                            </a:solidFill>
                            <a:latin typeface="Cambria Math" panose="02040503050406030204" pitchFamily="18" charset="0"/>
                            <a:ea typeface="Calibri" panose="020F0502020204030204"/>
                            <a:cs typeface="Calibri" panose="020F0502020204030204"/>
                          </a:rPr>
                        </m:ctrlPr>
                      </m:fPr>
                      <m:num>
                        <m:r>
                          <a:rPr lang="pt-BR" sz="2000" b="0" i="1" smtClean="0">
                            <a:solidFill>
                              <a:srgbClr val="003958"/>
                            </a:solidFill>
                            <a:latin typeface="Cambria Math" panose="02040503050406030204" pitchFamily="18" charset="0"/>
                            <a:ea typeface="Calibri" panose="020F0502020204030204"/>
                            <a:cs typeface="Calibri" panose="020F0502020204030204"/>
                          </a:rPr>
                          <m:t>𝑛</m:t>
                        </m:r>
                      </m:num>
                      <m:den>
                        <m:r>
                          <a:rPr lang="pt-BR" sz="2000" b="0" i="1" smtClean="0">
                            <a:solidFill>
                              <a:srgbClr val="003958"/>
                            </a:solidFill>
                            <a:latin typeface="Cambria Math" panose="02040503050406030204" pitchFamily="18" charset="0"/>
                            <a:ea typeface="Calibri" panose="020F0502020204030204"/>
                            <a:cs typeface="Calibri" panose="020F0502020204030204"/>
                          </a:rPr>
                          <m:t>𝑁</m:t>
                        </m:r>
                      </m:den>
                    </m:f>
                    <m:r>
                      <a:rPr lang="pt-BR" sz="2000" b="0" i="1" smtClean="0">
                        <a:solidFill>
                          <a:srgbClr val="003958"/>
                        </a:solidFill>
                        <a:latin typeface="Cambria Math" panose="02040503050406030204" pitchFamily="18" charset="0"/>
                        <a:ea typeface="Calibri" panose="020F0502020204030204"/>
                        <a:cs typeface="Calibri" panose="020F0502020204030204"/>
                      </a:rPr>
                      <m:t>&gt;0,05</m:t>
                    </m:r>
                  </m:oMath>
                </a14:m>
                <a:r>
                  <a:rPr lang="pt-BR" sz="2000" dirty="0">
                    <a:solidFill>
                      <a:srgbClr val="003958"/>
                    </a:solidFill>
                    <a:ea typeface="Calibri" panose="020F0502020204030204"/>
                    <a:cs typeface="Calibri" panose="020F0502020204030204"/>
                  </a:rPr>
                  <a:t> então a população é considerada finita, onde n é o tamanho da amostra calculada e N é o tamanho total da população estimada;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Mas para que isso serve? </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Caso, uma população seja considerada finita, o tamanho da amostra precisa ser “suavizado”, mediante uma fórmula de ajuste.</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p:sp>
            <p:nvSpPr>
              <p:cNvPr id="6" name="Espaço Reservado para Texto 5">
                <a:extLst>
                  <a:ext uri="{FF2B5EF4-FFF2-40B4-BE49-F238E27FC236}">
                    <a16:creationId xmlns:a16="http://schemas.microsoft.com/office/drawing/2014/main" id="{E4E8FEBD-4E24-467E-EB74-3462C20259D8}"/>
                  </a:ext>
                </a:extLst>
              </p:cNvPr>
              <p:cNvSpPr>
                <a:spLocks noGrp="1" noRot="1" noChangeAspect="1" noMove="1" noResize="1" noEditPoints="1" noAdjustHandles="1" noChangeArrowheads="1" noChangeShapeType="1" noTextEdit="1"/>
              </p:cNvSpPr>
              <p:nvPr>
                <p:ph type="body" idx="1"/>
              </p:nvPr>
            </p:nvSpPr>
            <p:spPr>
              <a:blipFill>
                <a:blip r:embed="rId2"/>
                <a:stretch>
                  <a:fillRect l="-530" t="-1357" r="-353" b="-8548"/>
                </a:stretch>
              </a:blipFill>
            </p:spPr>
            <p:txBody>
              <a:bodyPr/>
              <a:lstStyle/>
              <a:p>
                <a:r>
                  <a:rPr lang="pt-BR">
                    <a:noFill/>
                  </a:rPr>
                  <a:t> </a:t>
                </a:r>
              </a:p>
            </p:txBody>
          </p:sp>
        </mc:Fallback>
      </mc:AlternateContent>
    </p:spTree>
    <p:extLst>
      <p:ext uri="{BB962C8B-B14F-4D97-AF65-F5344CB8AC3E}">
        <p14:creationId xmlns:p14="http://schemas.microsoft.com/office/powerpoint/2010/main" val="654798608"/>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241A1-7253-DA41-C580-F692715876B3}"/>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577D8653-4AE1-20EA-CA41-E516872C7020}"/>
              </a:ext>
            </a:extLst>
          </p:cNvPr>
          <p:cNvSpPr>
            <a:spLocks noGrp="1"/>
          </p:cNvSpPr>
          <p:nvPr>
            <p:ph type="body" idx="13"/>
          </p:nvPr>
        </p:nvSpPr>
        <p:spPr/>
        <p:txBody>
          <a:bodyPr/>
          <a:lstStyle/>
          <a:p>
            <a:r>
              <a:rPr lang="pt-BR" dirty="0"/>
              <a:t>Amostra</a:t>
            </a:r>
            <a:endParaRPr lang="en-US" dirty="0"/>
          </a:p>
        </p:txBody>
      </p:sp>
      <mc:AlternateContent xmlns:mc="http://schemas.openxmlformats.org/markup-compatibility/2006">
        <mc:Choice xmlns:a14="http://schemas.microsoft.com/office/drawing/2010/main" Requires="a14">
          <p:sp>
            <p:nvSpPr>
              <p:cNvPr id="6" name="Espaço Reservado para Texto 5">
                <a:extLst>
                  <a:ext uri="{FF2B5EF4-FFF2-40B4-BE49-F238E27FC236}">
                    <a16:creationId xmlns:a16="http://schemas.microsoft.com/office/drawing/2014/main" id="{A5B0C5CF-4DE0-66DE-C745-F5171D2F3F08}"/>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 fórmula de suavização (fator de correção) é dada por n’ = </a:t>
                </a:r>
                <a14:m>
                  <m:oMath xmlns:m="http://schemas.openxmlformats.org/officeDocument/2006/math">
                    <m:f>
                      <m:fPr>
                        <m:ctrlPr>
                          <a:rPr lang="pt-BR" sz="2000" i="1" smtClean="0">
                            <a:solidFill>
                              <a:srgbClr val="003958"/>
                            </a:solidFill>
                            <a:latin typeface="Cambria Math" panose="02040503050406030204" pitchFamily="18" charset="0"/>
                            <a:ea typeface="Calibri" panose="020F0502020204030204"/>
                            <a:cs typeface="Calibri" panose="020F0502020204030204"/>
                          </a:rPr>
                        </m:ctrlPr>
                      </m:fPr>
                      <m:num>
                        <m:r>
                          <a:rPr lang="pt-BR" sz="2000" b="0" i="1" smtClean="0">
                            <a:solidFill>
                              <a:srgbClr val="003958"/>
                            </a:solidFill>
                            <a:latin typeface="Cambria Math" panose="02040503050406030204" pitchFamily="18" charset="0"/>
                            <a:ea typeface="Calibri" panose="020F0502020204030204"/>
                            <a:cs typeface="Calibri" panose="020F0502020204030204"/>
                          </a:rPr>
                          <m:t>𝑛</m:t>
                        </m:r>
                      </m:num>
                      <m:den>
                        <m:r>
                          <a:rPr lang="pt-BR" sz="2000" b="0" i="1" smtClean="0">
                            <a:solidFill>
                              <a:srgbClr val="003958"/>
                            </a:solidFill>
                            <a:latin typeface="Cambria Math" panose="02040503050406030204" pitchFamily="18" charset="0"/>
                            <a:ea typeface="Calibri" panose="020F0502020204030204"/>
                            <a:cs typeface="Calibri" panose="020F0502020204030204"/>
                          </a:rPr>
                          <m:t>1+ </m:t>
                        </m:r>
                        <m:f>
                          <m:fPr>
                            <m:ctrlPr>
                              <a:rPr lang="pt-BR" sz="2000" b="0" i="1" smtClean="0">
                                <a:solidFill>
                                  <a:srgbClr val="003958"/>
                                </a:solidFill>
                                <a:latin typeface="Cambria Math" panose="02040503050406030204" pitchFamily="18" charset="0"/>
                                <a:ea typeface="Calibri" panose="020F0502020204030204"/>
                                <a:cs typeface="Calibri" panose="020F0502020204030204"/>
                              </a:rPr>
                            </m:ctrlPr>
                          </m:fPr>
                          <m:num>
                            <m:r>
                              <a:rPr lang="pt-BR" sz="2000" b="0" i="1" smtClean="0">
                                <a:solidFill>
                                  <a:srgbClr val="003958"/>
                                </a:solidFill>
                                <a:latin typeface="Cambria Math" panose="02040503050406030204" pitchFamily="18" charset="0"/>
                                <a:ea typeface="Calibri" panose="020F0502020204030204"/>
                                <a:cs typeface="Calibri" panose="020F0502020204030204"/>
                              </a:rPr>
                              <m:t>𝑛</m:t>
                            </m:r>
                            <m:r>
                              <a:rPr lang="pt-BR" sz="2000" b="0" i="1" smtClean="0">
                                <a:solidFill>
                                  <a:srgbClr val="003958"/>
                                </a:solidFill>
                                <a:latin typeface="Cambria Math" panose="02040503050406030204" pitchFamily="18" charset="0"/>
                                <a:ea typeface="Calibri" panose="020F0502020204030204"/>
                                <a:cs typeface="Calibri" panose="020F0502020204030204"/>
                              </a:rPr>
                              <m:t> −1</m:t>
                            </m:r>
                          </m:num>
                          <m:den>
                            <m:r>
                              <a:rPr lang="pt-BR" sz="2000" b="0" i="1" smtClean="0">
                                <a:solidFill>
                                  <a:srgbClr val="003958"/>
                                </a:solidFill>
                                <a:latin typeface="Cambria Math" panose="02040503050406030204" pitchFamily="18" charset="0"/>
                                <a:ea typeface="Calibri" panose="020F0502020204030204"/>
                                <a:cs typeface="Calibri" panose="020F0502020204030204"/>
                              </a:rPr>
                              <m:t>𝑁</m:t>
                            </m:r>
                          </m:den>
                        </m:f>
                      </m:den>
                    </m:f>
                  </m:oMath>
                </a14:m>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no nosso exemplo anterior, a nossa amostra deu 613 (aproximadamente), caso estimemos os alunos da SATC em 2000 alunos, consideraríamos a população finita?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f(x) = </a:t>
                </a:r>
                <a14:m>
                  <m:oMath xmlns:m="http://schemas.openxmlformats.org/officeDocument/2006/math">
                    <m:f>
                      <m:fPr>
                        <m:ctrlPr>
                          <a:rPr lang="pt-BR" sz="2000" i="1" smtClean="0">
                            <a:solidFill>
                              <a:srgbClr val="003958"/>
                            </a:solidFill>
                            <a:latin typeface="Cambria Math" panose="02040503050406030204" pitchFamily="18" charset="0"/>
                            <a:ea typeface="Calibri" panose="020F0502020204030204"/>
                            <a:cs typeface="Calibri" panose="020F0502020204030204"/>
                          </a:rPr>
                        </m:ctrlPr>
                      </m:fPr>
                      <m:num>
                        <m:r>
                          <a:rPr lang="pt-BR" sz="2000" b="0" i="1" smtClean="0">
                            <a:solidFill>
                              <a:srgbClr val="003958"/>
                            </a:solidFill>
                            <a:latin typeface="Cambria Math" panose="02040503050406030204" pitchFamily="18" charset="0"/>
                            <a:ea typeface="Calibri" panose="020F0502020204030204"/>
                            <a:cs typeface="Calibri" panose="020F0502020204030204"/>
                          </a:rPr>
                          <m:t>613</m:t>
                        </m:r>
                      </m:num>
                      <m:den>
                        <m:r>
                          <a:rPr lang="pt-BR" sz="2000" b="0" i="1" smtClean="0">
                            <a:solidFill>
                              <a:srgbClr val="003958"/>
                            </a:solidFill>
                            <a:latin typeface="Cambria Math" panose="02040503050406030204" pitchFamily="18" charset="0"/>
                            <a:ea typeface="Calibri" panose="020F0502020204030204"/>
                            <a:cs typeface="Calibri" panose="020F0502020204030204"/>
                          </a:rPr>
                          <m:t>2000</m:t>
                        </m:r>
                      </m:den>
                    </m:f>
                    <m:r>
                      <a:rPr lang="pt-BR" sz="2000" b="0" i="1" smtClean="0">
                        <a:solidFill>
                          <a:srgbClr val="003958"/>
                        </a:solidFill>
                        <a:latin typeface="Cambria Math" panose="02040503050406030204" pitchFamily="18" charset="0"/>
                        <a:ea typeface="Calibri" panose="020F0502020204030204"/>
                        <a:cs typeface="Calibri" panose="020F0502020204030204"/>
                      </a:rPr>
                      <m:t>=0,3065</m:t>
                    </m:r>
                  </m:oMath>
                </a14:m>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Nesse cenário portanto, podemos suavizar a nossa amostra aplicando o fator de correção, vamos fazer no quadro então.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p:sp>
            <p:nvSpPr>
              <p:cNvPr id="6" name="Espaço Reservado para Texto 5">
                <a:extLst>
                  <a:ext uri="{FF2B5EF4-FFF2-40B4-BE49-F238E27FC236}">
                    <a16:creationId xmlns:a16="http://schemas.microsoft.com/office/drawing/2014/main" id="{A5B0C5CF-4DE0-66DE-C745-F5171D2F3F08}"/>
                  </a:ext>
                </a:extLst>
              </p:cNvPr>
              <p:cNvSpPr>
                <a:spLocks noGrp="1" noRot="1" noChangeAspect="1" noMove="1" noResize="1" noEditPoints="1" noAdjustHandles="1" noChangeArrowheads="1" noChangeShapeType="1" noTextEdit="1"/>
              </p:cNvSpPr>
              <p:nvPr>
                <p:ph type="body" idx="1"/>
              </p:nvPr>
            </p:nvSpPr>
            <p:spPr>
              <a:blipFill>
                <a:blip r:embed="rId2"/>
                <a:stretch>
                  <a:fillRect l="-530" t="-678"/>
                </a:stretch>
              </a:blipFill>
            </p:spPr>
            <p:txBody>
              <a:bodyPr/>
              <a:lstStyle/>
              <a:p>
                <a:r>
                  <a:rPr lang="pt-BR">
                    <a:noFill/>
                  </a:rPr>
                  <a:t> </a:t>
                </a:r>
              </a:p>
            </p:txBody>
          </p:sp>
        </mc:Fallback>
      </mc:AlternateContent>
    </p:spTree>
    <p:extLst>
      <p:ext uri="{BB962C8B-B14F-4D97-AF65-F5344CB8AC3E}">
        <p14:creationId xmlns:p14="http://schemas.microsoft.com/office/powerpoint/2010/main" val="2768059639"/>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A870F-0A9F-7111-2DF2-76C5BAA4C9E4}"/>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F1A0DA30-29AB-5832-E157-4AC0E027FB5B}"/>
              </a:ext>
            </a:extLst>
          </p:cNvPr>
          <p:cNvSpPr>
            <a:spLocks noGrp="1"/>
          </p:cNvSpPr>
          <p:nvPr>
            <p:ph type="body" idx="13"/>
          </p:nvPr>
        </p:nvSpPr>
        <p:spPr/>
        <p:txBody>
          <a:bodyPr/>
          <a:lstStyle/>
          <a:p>
            <a:r>
              <a:rPr lang="pt-BR" dirty="0"/>
              <a:t>Atividades</a:t>
            </a:r>
            <a:endParaRPr lang="en-US" dirty="0"/>
          </a:p>
        </p:txBody>
      </p:sp>
      <p:sp>
        <p:nvSpPr>
          <p:cNvPr id="6" name="Espaço Reservado para Texto 5">
            <a:extLst>
              <a:ext uri="{FF2B5EF4-FFF2-40B4-BE49-F238E27FC236}">
                <a16:creationId xmlns:a16="http://schemas.microsoft.com/office/drawing/2014/main" id="{74B7FE84-4D8C-7416-C25D-FBC01ECF8553}"/>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1 – Melhore seu código do </a:t>
            </a:r>
            <a:r>
              <a:rPr lang="pt-BR" sz="2000" dirty="0" err="1">
                <a:solidFill>
                  <a:srgbClr val="003958"/>
                </a:solidFill>
                <a:ea typeface="Calibri" panose="020F0502020204030204"/>
                <a:cs typeface="Calibri" panose="020F0502020204030204"/>
              </a:rPr>
              <a:t>python</a:t>
            </a:r>
            <a:r>
              <a:rPr lang="pt-BR" sz="2000" dirty="0">
                <a:solidFill>
                  <a:srgbClr val="003958"/>
                </a:solidFill>
                <a:ea typeface="Calibri" panose="020F0502020204030204"/>
                <a:cs typeface="Calibri" panose="020F0502020204030204"/>
              </a:rPr>
              <a:t> incluindo agora o código de verificação se a amostra é finita ou não, caso ela seja finita, aplique o fator de correção, caso contrário, mantenha a amostra calculada.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2703505323"/>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C2561-953D-8DBA-5821-E87E921751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33E307-90E1-F6C2-B5AC-A1E3A50AA769}"/>
              </a:ext>
            </a:extLst>
          </p:cNvPr>
          <p:cNvSpPr>
            <a:spLocks noGrp="1"/>
          </p:cNvSpPr>
          <p:nvPr>
            <p:ph type="title"/>
          </p:nvPr>
        </p:nvSpPr>
        <p:spPr/>
        <p:txBody>
          <a:bodyPr>
            <a:normAutofit/>
          </a:bodyPr>
          <a:lstStyle/>
          <a:p>
            <a:r>
              <a:rPr lang="pt-BR" dirty="0">
                <a:latin typeface="Impact"/>
              </a:rPr>
              <a:t>Variabilidade Amostral</a:t>
            </a:r>
            <a:endParaRPr lang="en-US" dirty="0" err="1"/>
          </a:p>
        </p:txBody>
      </p:sp>
    </p:spTree>
    <p:extLst>
      <p:ext uri="{BB962C8B-B14F-4D97-AF65-F5344CB8AC3E}">
        <p14:creationId xmlns:p14="http://schemas.microsoft.com/office/powerpoint/2010/main" val="2513604670"/>
      </p:ext>
    </p:extLst>
  </p:cSld>
  <p:clrMapOvr>
    <a:masterClrMapping/>
  </p:clrMapOvr>
  <mc:AlternateContent xmlns:mc="http://schemas.openxmlformats.org/markup-compatibility/2006">
    <mc:Choice xmlns:p14="http://schemas.microsoft.com/office/powerpoint/2010/main" Requires="p14">
      <p:transition spd="slow" p14:dur="2000" advTm="34106"/>
    </mc:Choice>
    <mc:Fallback>
      <p:transition spd="slow" advTm="34106"/>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6CDB4-AB07-722C-96F4-5658CB516FEB}"/>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7CB8EBA1-F675-C652-844B-941FEA2A47F4}"/>
              </a:ext>
            </a:extLst>
          </p:cNvPr>
          <p:cNvSpPr>
            <a:spLocks noGrp="1"/>
          </p:cNvSpPr>
          <p:nvPr>
            <p:ph type="body" idx="13"/>
          </p:nvPr>
        </p:nvSpPr>
        <p:spPr/>
        <p:txBody>
          <a:bodyPr/>
          <a:lstStyle/>
          <a:p>
            <a:r>
              <a:rPr lang="pt-BR" dirty="0"/>
              <a:t>Variabilidade Amostral</a:t>
            </a:r>
            <a:endParaRPr lang="en-US" dirty="0"/>
          </a:p>
        </p:txBody>
      </p:sp>
      <mc:AlternateContent xmlns:mc="http://schemas.openxmlformats.org/markup-compatibility/2006">
        <mc:Choice xmlns:a14="http://schemas.microsoft.com/office/drawing/2010/main" Requires="a14">
          <p:sp>
            <p:nvSpPr>
              <p:cNvPr id="6" name="Espaço Reservado para Texto 5">
                <a:extLst>
                  <a:ext uri="{FF2B5EF4-FFF2-40B4-BE49-F238E27FC236}">
                    <a16:creationId xmlns:a16="http://schemas.microsoft.com/office/drawing/2014/main" id="{2AEE64C8-6D96-5B57-76BF-18198367F75A}"/>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significa que se eu seguir os passos anteriores e coletar a amostra da forma correta sem viés, os meus resultados serão sempre os mesmos não importante a quantidade de vezes que eu coletar as amostras?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 resposta é claramente </a:t>
                </a:r>
                <a:r>
                  <a:rPr lang="pt-BR" sz="2000" b="1" dirty="0">
                    <a:solidFill>
                      <a:srgbClr val="003958"/>
                    </a:solidFill>
                    <a:ea typeface="Calibri" panose="020F0502020204030204"/>
                    <a:cs typeface="Calibri" panose="020F0502020204030204"/>
                  </a:rPr>
                  <a:t>NÃO</a:t>
                </a:r>
                <a:r>
                  <a:rPr lang="pt-BR" sz="2000" dirty="0">
                    <a:solidFill>
                      <a:srgbClr val="003958"/>
                    </a:solidFill>
                    <a:ea typeface="Calibri" panose="020F0502020204030204"/>
                    <a:cs typeface="Calibri" panose="020F0502020204030204"/>
                  </a:rPr>
                  <a:t>!</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Como não podemos precisar que a amostra coletada será a mesma, e o correto é que seja isso mesmo, que seja aleatória, haverá uma variabilidade, que aqui chamaremos de variabilidade amostral;</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 sua fórmula acaba quadrática: s² = </a:t>
                </a:r>
                <a14:m>
                  <m:oMath xmlns:m="http://schemas.openxmlformats.org/officeDocument/2006/math">
                    <m:f>
                      <m:fPr>
                        <m:ctrlPr>
                          <a:rPr lang="pt-BR" sz="2000" i="1" smtClean="0">
                            <a:solidFill>
                              <a:srgbClr val="003958"/>
                            </a:solidFill>
                            <a:latin typeface="Cambria Math" panose="02040503050406030204" pitchFamily="18" charset="0"/>
                            <a:ea typeface="Calibri" panose="020F0502020204030204"/>
                            <a:cs typeface="Calibri" panose="020F0502020204030204"/>
                          </a:rPr>
                        </m:ctrlPr>
                      </m:fPr>
                      <m:num>
                        <m:r>
                          <a:rPr lang="pt-BR" sz="2000" b="0" i="1" smtClean="0">
                            <a:solidFill>
                              <a:srgbClr val="003958"/>
                            </a:solidFill>
                            <a:latin typeface="Cambria Math" panose="02040503050406030204" pitchFamily="18" charset="0"/>
                            <a:ea typeface="Calibri" panose="020F0502020204030204"/>
                            <a:cs typeface="Calibri" panose="020F0502020204030204"/>
                          </a:rPr>
                          <m:t>1</m:t>
                        </m:r>
                      </m:num>
                      <m:den>
                        <m:r>
                          <a:rPr lang="pt-BR" sz="2000" b="0" i="1" smtClean="0">
                            <a:solidFill>
                              <a:srgbClr val="003958"/>
                            </a:solidFill>
                            <a:latin typeface="Cambria Math" panose="02040503050406030204" pitchFamily="18" charset="0"/>
                            <a:ea typeface="Calibri" panose="020F0502020204030204"/>
                            <a:cs typeface="Calibri" panose="020F0502020204030204"/>
                          </a:rPr>
                          <m:t>𝑛</m:t>
                        </m:r>
                        <m:r>
                          <a:rPr lang="pt-BR" sz="2000" b="0" i="1" smtClean="0">
                            <a:solidFill>
                              <a:srgbClr val="003958"/>
                            </a:solidFill>
                            <a:latin typeface="Cambria Math" panose="02040503050406030204" pitchFamily="18" charset="0"/>
                            <a:ea typeface="Calibri" panose="020F0502020204030204"/>
                            <a:cs typeface="Calibri" panose="020F0502020204030204"/>
                          </a:rPr>
                          <m:t> −1</m:t>
                        </m:r>
                      </m:den>
                    </m:f>
                    <m:nary>
                      <m:naryPr>
                        <m:chr m:val="∑"/>
                        <m:subHide m:val="on"/>
                        <m:supHide m:val="on"/>
                        <m:ctrlPr>
                          <a:rPr lang="pt-BR" sz="2000" i="1" smtClean="0">
                            <a:solidFill>
                              <a:srgbClr val="003958"/>
                            </a:solidFill>
                            <a:latin typeface="Cambria Math" panose="02040503050406030204" pitchFamily="18" charset="0"/>
                            <a:ea typeface="Calibri" panose="020F0502020204030204"/>
                            <a:cs typeface="Calibri" panose="020F0502020204030204"/>
                          </a:rPr>
                        </m:ctrlPr>
                      </m:naryPr>
                      <m:sub/>
                      <m:sup/>
                      <m:e>
                        <m:r>
                          <a:rPr lang="pt-BR" sz="2000" b="0" i="1" smtClean="0">
                            <a:solidFill>
                              <a:srgbClr val="003958"/>
                            </a:solidFill>
                            <a:latin typeface="Cambria Math" panose="02040503050406030204" pitchFamily="18" charset="0"/>
                            <a:ea typeface="Calibri" panose="020F0502020204030204"/>
                            <a:cs typeface="Calibri" panose="020F0502020204030204"/>
                          </a:rPr>
                          <m:t>(</m:t>
                        </m:r>
                        <m:r>
                          <a:rPr lang="pt-BR" sz="2000" b="0" i="1" smtClean="0">
                            <a:solidFill>
                              <a:srgbClr val="003958"/>
                            </a:solidFill>
                            <a:latin typeface="Cambria Math" panose="02040503050406030204" pitchFamily="18" charset="0"/>
                            <a:ea typeface="Calibri" panose="020F0502020204030204"/>
                            <a:cs typeface="Calibri" panose="020F0502020204030204"/>
                          </a:rPr>
                          <m:t>𝑥𝑖</m:t>
                        </m:r>
                        <m:r>
                          <a:rPr lang="pt-BR" sz="2000" b="0" i="1" smtClean="0">
                            <a:solidFill>
                              <a:srgbClr val="003958"/>
                            </a:solidFill>
                            <a:latin typeface="Cambria Math" panose="02040503050406030204" pitchFamily="18" charset="0"/>
                            <a:ea typeface="Calibri" panose="020F0502020204030204"/>
                            <a:cs typeface="Calibri" panose="020F0502020204030204"/>
                          </a:rPr>
                          <m:t> −</m:t>
                        </m:r>
                        <m:r>
                          <a:rPr lang="pt-BR" sz="2000" b="0" i="1" smtClean="0">
                            <a:solidFill>
                              <a:srgbClr val="003958"/>
                            </a:solidFill>
                            <a:latin typeface="Cambria Math" panose="02040503050406030204" pitchFamily="18" charset="0"/>
                            <a:ea typeface="Calibri" panose="020F0502020204030204"/>
                            <a:cs typeface="Calibri" panose="020F0502020204030204"/>
                          </a:rPr>
                          <m:t>𝑚</m:t>
                        </m:r>
                        <m:r>
                          <a:rPr lang="pt-BR" sz="2000" b="0" i="1" smtClean="0">
                            <a:solidFill>
                              <a:srgbClr val="003958"/>
                            </a:solidFill>
                            <a:latin typeface="Cambria Math" panose="02040503050406030204" pitchFamily="18" charset="0"/>
                            <a:ea typeface="Calibri" panose="020F0502020204030204"/>
                            <a:cs typeface="Calibri" panose="020F0502020204030204"/>
                          </a:rPr>
                          <m:t>é</m:t>
                        </m:r>
                        <m:r>
                          <a:rPr lang="pt-BR" sz="2000" b="0" i="1" smtClean="0">
                            <a:solidFill>
                              <a:srgbClr val="003958"/>
                            </a:solidFill>
                            <a:latin typeface="Cambria Math" panose="02040503050406030204" pitchFamily="18" charset="0"/>
                            <a:ea typeface="Calibri" panose="020F0502020204030204"/>
                            <a:cs typeface="Calibri" panose="020F0502020204030204"/>
                          </a:rPr>
                          <m:t>𝑑𝑖𝑎</m:t>
                        </m:r>
                        <m:r>
                          <a:rPr lang="pt-BR" sz="2000" b="0" i="1" smtClean="0">
                            <a:solidFill>
                              <a:srgbClr val="003958"/>
                            </a:solidFill>
                            <a:latin typeface="Cambria Math" panose="02040503050406030204" pitchFamily="18" charset="0"/>
                            <a:ea typeface="Calibri" panose="020F0502020204030204"/>
                            <a:cs typeface="Calibri" panose="020F0502020204030204"/>
                          </a:rPr>
                          <m:t>)²</m:t>
                        </m:r>
                      </m:e>
                    </m:nary>
                  </m:oMath>
                </a14:m>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p:sp>
            <p:nvSpPr>
              <p:cNvPr id="6" name="Espaço Reservado para Texto 5">
                <a:extLst>
                  <a:ext uri="{FF2B5EF4-FFF2-40B4-BE49-F238E27FC236}">
                    <a16:creationId xmlns:a16="http://schemas.microsoft.com/office/drawing/2014/main" id="{2AEE64C8-6D96-5B57-76BF-18198367F75A}"/>
                  </a:ext>
                </a:extLst>
              </p:cNvPr>
              <p:cNvSpPr>
                <a:spLocks noGrp="1" noRot="1" noChangeAspect="1" noMove="1" noResize="1" noEditPoints="1" noAdjustHandles="1" noChangeArrowheads="1" noChangeShapeType="1" noTextEdit="1"/>
              </p:cNvSpPr>
              <p:nvPr>
                <p:ph type="body" idx="1"/>
              </p:nvPr>
            </p:nvSpPr>
            <p:spPr>
              <a:blipFill>
                <a:blip r:embed="rId2"/>
                <a:stretch>
                  <a:fillRect l="-530" t="-1357" r="-59" b="-3935"/>
                </a:stretch>
              </a:blipFill>
            </p:spPr>
            <p:txBody>
              <a:bodyPr/>
              <a:lstStyle/>
              <a:p>
                <a:r>
                  <a:rPr lang="pt-BR">
                    <a:noFill/>
                  </a:rPr>
                  <a:t> </a:t>
                </a:r>
              </a:p>
            </p:txBody>
          </p:sp>
        </mc:Fallback>
      </mc:AlternateContent>
    </p:spTree>
    <p:extLst>
      <p:ext uri="{BB962C8B-B14F-4D97-AF65-F5344CB8AC3E}">
        <p14:creationId xmlns:p14="http://schemas.microsoft.com/office/powerpoint/2010/main" val="1778094915"/>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1C67-D302-6EDB-4567-6D5B9A6F6002}"/>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21E85F25-D257-08FD-C0BD-9767EC197CB5}"/>
              </a:ext>
            </a:extLst>
          </p:cNvPr>
          <p:cNvSpPr>
            <a:spLocks noGrp="1"/>
          </p:cNvSpPr>
          <p:nvPr>
            <p:ph type="body" idx="13"/>
          </p:nvPr>
        </p:nvSpPr>
        <p:spPr/>
        <p:txBody>
          <a:bodyPr/>
          <a:lstStyle/>
          <a:p>
            <a:r>
              <a:rPr lang="pt-BR" dirty="0"/>
              <a:t>Variabilidade Amostral</a:t>
            </a:r>
            <a:endParaRPr lang="en-US" dirty="0"/>
          </a:p>
        </p:txBody>
      </p:sp>
      <mc:AlternateContent xmlns:mc="http://schemas.openxmlformats.org/markup-compatibility/2006">
        <mc:Choice xmlns:a14="http://schemas.microsoft.com/office/drawing/2010/main" Requires="a14">
          <p:sp>
            <p:nvSpPr>
              <p:cNvPr id="6" name="Espaço Reservado para Texto 5">
                <a:extLst>
                  <a:ext uri="{FF2B5EF4-FFF2-40B4-BE49-F238E27FC236}">
                    <a16:creationId xmlns:a16="http://schemas.microsoft.com/office/drawing/2014/main" id="{0BAD72F7-8D2C-A735-3B23-470DCC48E498}"/>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Obviamente quando os nossos resultados possuem variações entre as estimativas isso não é bom, então há maneiras de diminuir essa variabilidade;</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 primeira é a de </a:t>
                </a:r>
                <a:r>
                  <a:rPr lang="pt-BR" sz="2000" b="1" dirty="0">
                    <a:solidFill>
                      <a:srgbClr val="003958"/>
                    </a:solidFill>
                    <a:ea typeface="Calibri" panose="020F0502020204030204"/>
                    <a:cs typeface="Calibri" panose="020F0502020204030204"/>
                  </a:rPr>
                  <a:t>aumentar a amostra</a:t>
                </a:r>
                <a:r>
                  <a:rPr lang="pt-BR" sz="2000" dirty="0">
                    <a:solidFill>
                      <a:srgbClr val="003958"/>
                    </a:solidFill>
                    <a:ea typeface="Calibri" panose="020F0502020204030204"/>
                    <a:cs typeface="Calibri" panose="020F0502020204030204"/>
                  </a:rPr>
                  <a:t>, isso eu já falo sempre, ajuda na normalidade e nos ajuda aqui também, pois o erro padrão da variabilidade amostra cai em razão de </a:t>
                </a:r>
                <a14:m>
                  <m:oMath xmlns:m="http://schemas.openxmlformats.org/officeDocument/2006/math">
                    <m:f>
                      <m:fPr>
                        <m:ctrlPr>
                          <a:rPr lang="pt-BR" sz="2000" i="1" smtClean="0">
                            <a:solidFill>
                              <a:srgbClr val="003958"/>
                            </a:solidFill>
                            <a:latin typeface="Cambria Math" panose="02040503050406030204" pitchFamily="18" charset="0"/>
                            <a:ea typeface="Calibri" panose="020F0502020204030204"/>
                            <a:cs typeface="Calibri" panose="020F0502020204030204"/>
                          </a:rPr>
                        </m:ctrlPr>
                      </m:fPr>
                      <m:num>
                        <m:r>
                          <a:rPr lang="pt-BR" sz="2000" b="0" i="1" smtClean="0">
                            <a:solidFill>
                              <a:srgbClr val="003958"/>
                            </a:solidFill>
                            <a:latin typeface="Cambria Math" panose="02040503050406030204" pitchFamily="18" charset="0"/>
                            <a:ea typeface="Calibri" panose="020F0502020204030204"/>
                            <a:cs typeface="Calibri" panose="020F0502020204030204"/>
                          </a:rPr>
                          <m:t>1</m:t>
                        </m:r>
                      </m:num>
                      <m:den>
                        <m:rad>
                          <m:radPr>
                            <m:degHide m:val="on"/>
                            <m:ctrlPr>
                              <a:rPr lang="pt-BR" sz="2000" i="1" smtClean="0">
                                <a:solidFill>
                                  <a:srgbClr val="003958"/>
                                </a:solidFill>
                                <a:latin typeface="Cambria Math" panose="02040503050406030204" pitchFamily="18" charset="0"/>
                                <a:ea typeface="Calibri" panose="020F0502020204030204"/>
                                <a:cs typeface="Calibri" panose="020F0502020204030204"/>
                              </a:rPr>
                            </m:ctrlPr>
                          </m:radPr>
                          <m:deg/>
                          <m:e>
                            <m:r>
                              <a:rPr lang="pt-BR" sz="2000" b="0" i="1" smtClean="0">
                                <a:solidFill>
                                  <a:srgbClr val="003958"/>
                                </a:solidFill>
                                <a:latin typeface="Cambria Math" panose="02040503050406030204" pitchFamily="18" charset="0"/>
                                <a:ea typeface="Calibri" panose="020F0502020204030204"/>
                                <a:cs typeface="Calibri" panose="020F0502020204030204"/>
                              </a:rPr>
                              <m:t>𝑛</m:t>
                            </m:r>
                          </m:e>
                        </m:rad>
                      </m:den>
                    </m:f>
                  </m:oMath>
                </a14:m>
                <a:r>
                  <a:rPr lang="pt-BR" sz="2000" dirty="0">
                    <a:solidFill>
                      <a:srgbClr val="003958"/>
                    </a:solidFill>
                    <a:ea typeface="Calibri" panose="020F0502020204030204"/>
                    <a:cs typeface="Calibri" panose="020F0502020204030204"/>
                  </a:rPr>
                  <a:t> , então dobrar n, diminuir a variabilidade em 30%;</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Passar um n de 100 para 400 reduz o erro pela metade, portanto, considerem n como a amostra ideal, mas como sempre é dito em sala, quanto mais dados melhor!</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Uma outra questão que pode ajudar a diminuir a variabilidade amostral é </a:t>
                </a:r>
                <a:r>
                  <a:rPr lang="pt-BR" sz="2000" i="1" dirty="0" err="1">
                    <a:solidFill>
                      <a:srgbClr val="003958"/>
                    </a:solidFill>
                    <a:ea typeface="Calibri" panose="020F0502020204030204"/>
                    <a:cs typeface="Calibri" panose="020F0502020204030204"/>
                  </a:rPr>
                  <a:t>nichar</a:t>
                </a:r>
                <a:r>
                  <a:rPr lang="pt-BR" sz="2000" dirty="0">
                    <a:solidFill>
                      <a:srgbClr val="003958"/>
                    </a:solidFill>
                    <a:ea typeface="Calibri" panose="020F0502020204030204"/>
                    <a:cs typeface="Calibri" panose="020F0502020204030204"/>
                  </a:rPr>
                  <a:t> ou melhor dizendo estratificar ao máximo a sua amostra.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p:sp>
            <p:nvSpPr>
              <p:cNvPr id="6" name="Espaço Reservado para Texto 5">
                <a:extLst>
                  <a:ext uri="{FF2B5EF4-FFF2-40B4-BE49-F238E27FC236}">
                    <a16:creationId xmlns:a16="http://schemas.microsoft.com/office/drawing/2014/main" id="{0BAD72F7-8D2C-A735-3B23-470DCC48E498}"/>
                  </a:ext>
                </a:extLst>
              </p:cNvPr>
              <p:cNvSpPr>
                <a:spLocks noGrp="1" noRot="1" noChangeAspect="1" noMove="1" noResize="1" noEditPoints="1" noAdjustHandles="1" noChangeArrowheads="1" noChangeShapeType="1" noTextEdit="1"/>
              </p:cNvSpPr>
              <p:nvPr>
                <p:ph type="body" idx="1"/>
              </p:nvPr>
            </p:nvSpPr>
            <p:spPr>
              <a:blipFill>
                <a:blip r:embed="rId2"/>
                <a:stretch>
                  <a:fillRect l="-530" t="-1357"/>
                </a:stretch>
              </a:blipFill>
            </p:spPr>
            <p:txBody>
              <a:bodyPr/>
              <a:lstStyle/>
              <a:p>
                <a:r>
                  <a:rPr lang="pt-BR">
                    <a:noFill/>
                  </a:rPr>
                  <a:t> </a:t>
                </a:r>
              </a:p>
            </p:txBody>
          </p:sp>
        </mc:Fallback>
      </mc:AlternateContent>
    </p:spTree>
    <p:extLst>
      <p:ext uri="{BB962C8B-B14F-4D97-AF65-F5344CB8AC3E}">
        <p14:creationId xmlns:p14="http://schemas.microsoft.com/office/powerpoint/2010/main" val="3032682636"/>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B938F-472F-0049-DCEA-FD303653064D}"/>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64EC99AC-DF77-C3B2-B8E7-E8C17E3EA0DE}"/>
              </a:ext>
            </a:extLst>
          </p:cNvPr>
          <p:cNvSpPr>
            <a:spLocks noGrp="1"/>
          </p:cNvSpPr>
          <p:nvPr>
            <p:ph type="body" idx="13"/>
          </p:nvPr>
        </p:nvSpPr>
        <p:spPr/>
        <p:txBody>
          <a:bodyPr/>
          <a:lstStyle/>
          <a:p>
            <a:r>
              <a:rPr lang="pt-BR" dirty="0"/>
              <a:t>Variabilidade Amostral</a:t>
            </a:r>
            <a:endParaRPr lang="en-US" dirty="0"/>
          </a:p>
        </p:txBody>
      </p:sp>
      <p:sp>
        <p:nvSpPr>
          <p:cNvPr id="6" name="Espaço Reservado para Texto 5">
            <a:extLst>
              <a:ext uri="{FF2B5EF4-FFF2-40B4-BE49-F238E27FC236}">
                <a16:creationId xmlns:a16="http://schemas.microsoft.com/office/drawing/2014/main" id="{1FE493C4-4E02-9F7C-6367-EB7F1B36E173}"/>
              </a:ext>
            </a:extLst>
          </p:cNvPr>
          <p:cNvSpPr>
            <a:spLocks noGrp="1"/>
          </p:cNvSpPr>
          <p:nvPr>
            <p:ph type="body" idx="1"/>
          </p:nvPr>
        </p:nvSpPr>
        <p:spPr>
          <a:xfrm>
            <a:off x="831851" y="1880057"/>
            <a:ext cx="6535304" cy="4491713"/>
          </a:xfrm>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Divida a sua amostra em subgrupos, como por idade, regiões, e faça amostras proporcionais em cada uma dessas;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Ao dividir esse bolo do todo e focar no micro e depois montar esse bolo de novo é pouco provável que as amostras tenham grandes variações;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Claro que isso depende do tamanho da população, mas a teoria diz que a variabilidade pode ser reduzida em até 50% aplicando essa técnica.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pic>
        <p:nvPicPr>
          <p:cNvPr id="3" name="Imagem 2">
            <a:extLst>
              <a:ext uri="{FF2B5EF4-FFF2-40B4-BE49-F238E27FC236}">
                <a16:creationId xmlns:a16="http://schemas.microsoft.com/office/drawing/2014/main" id="{E97C3F24-9828-CBFB-37C8-6A5D8AB87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2887" y="2247899"/>
            <a:ext cx="3681413" cy="2809201"/>
          </a:xfrm>
          <a:prstGeom prst="rect">
            <a:avLst/>
          </a:prstGeom>
        </p:spPr>
      </p:pic>
    </p:spTree>
    <p:extLst>
      <p:ext uri="{BB962C8B-B14F-4D97-AF65-F5344CB8AC3E}">
        <p14:creationId xmlns:p14="http://schemas.microsoft.com/office/powerpoint/2010/main" val="3922587064"/>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3E94A-B457-C871-E7CA-B62BE8A562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BF620D-3557-EE54-E6B5-A68EC85D5366}"/>
              </a:ext>
            </a:extLst>
          </p:cNvPr>
          <p:cNvSpPr>
            <a:spLocks noGrp="1"/>
          </p:cNvSpPr>
          <p:nvPr>
            <p:ph type="title"/>
          </p:nvPr>
        </p:nvSpPr>
        <p:spPr/>
        <p:txBody>
          <a:bodyPr>
            <a:normAutofit/>
          </a:bodyPr>
          <a:lstStyle/>
          <a:p>
            <a:r>
              <a:rPr lang="pt-BR" dirty="0">
                <a:latin typeface="Impact"/>
              </a:rPr>
              <a:t>Estimativa Pontual</a:t>
            </a:r>
            <a:endParaRPr lang="en-US" dirty="0" err="1"/>
          </a:p>
        </p:txBody>
      </p:sp>
    </p:spTree>
    <p:extLst>
      <p:ext uri="{BB962C8B-B14F-4D97-AF65-F5344CB8AC3E}">
        <p14:creationId xmlns:p14="http://schemas.microsoft.com/office/powerpoint/2010/main" val="1104999564"/>
      </p:ext>
    </p:extLst>
  </p:cSld>
  <p:clrMapOvr>
    <a:masterClrMapping/>
  </p:clrMapOvr>
  <mc:AlternateContent xmlns:mc="http://schemas.openxmlformats.org/markup-compatibility/2006">
    <mc:Choice xmlns:p14="http://schemas.microsoft.com/office/powerpoint/2010/main" Requires="p14">
      <p:transition spd="slow" p14:dur="2000" advTm="34106"/>
    </mc:Choice>
    <mc:Fallback>
      <p:transition spd="slow" advTm="34106"/>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9228F-FD5D-12FE-85B3-3248B70439B1}"/>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6022C597-472B-C446-CABE-516D281A0217}"/>
              </a:ext>
            </a:extLst>
          </p:cNvPr>
          <p:cNvSpPr>
            <a:spLocks noGrp="1"/>
          </p:cNvSpPr>
          <p:nvPr>
            <p:ph type="body" idx="13"/>
          </p:nvPr>
        </p:nvSpPr>
        <p:spPr/>
        <p:txBody>
          <a:bodyPr/>
          <a:lstStyle/>
          <a:p>
            <a:r>
              <a:rPr lang="pt-BR" dirty="0"/>
              <a:t>Estimativa Pontual</a:t>
            </a:r>
            <a:endParaRPr lang="en-US" dirty="0"/>
          </a:p>
        </p:txBody>
      </p:sp>
      <p:sp>
        <p:nvSpPr>
          <p:cNvPr id="6" name="Espaço Reservado para Texto 5">
            <a:extLst>
              <a:ext uri="{FF2B5EF4-FFF2-40B4-BE49-F238E27FC236}">
                <a16:creationId xmlns:a16="http://schemas.microsoft.com/office/drawing/2014/main" id="{F4976EC7-BF10-238F-7384-A752815B974C}"/>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Agora que já vimos as informações necessárias para compor as coletas dos seus dados, vamos entender como fazemos as estimativas;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É necessário que a gente pontue que as </a:t>
            </a:r>
            <a:r>
              <a:rPr lang="pt-BR" sz="2000" b="1" dirty="0">
                <a:solidFill>
                  <a:srgbClr val="003958"/>
                </a:solidFill>
                <a:ea typeface="Calibri" panose="020F0502020204030204"/>
                <a:cs typeface="Calibri" panose="020F0502020204030204"/>
              </a:rPr>
              <a:t>estimativas pontuais </a:t>
            </a:r>
            <a:r>
              <a:rPr lang="pt-BR" sz="2000" dirty="0">
                <a:solidFill>
                  <a:srgbClr val="003958"/>
                </a:solidFill>
                <a:ea typeface="Calibri" panose="020F0502020204030204"/>
                <a:cs typeface="Calibri" panose="020F0502020204030204"/>
              </a:rPr>
              <a:t>elas são </a:t>
            </a:r>
            <a:r>
              <a:rPr lang="pt-BR" sz="2000" i="1" dirty="0">
                <a:solidFill>
                  <a:srgbClr val="003958"/>
                </a:solidFill>
                <a:ea typeface="Calibri" panose="020F0502020204030204"/>
                <a:cs typeface="Calibri" panose="020F0502020204030204"/>
              </a:rPr>
              <a:t>single shot</a:t>
            </a:r>
            <a:r>
              <a:rPr lang="pt-BR" sz="2000" dirty="0">
                <a:solidFill>
                  <a:srgbClr val="003958"/>
                </a:solidFill>
                <a:ea typeface="Calibri" panose="020F0502020204030204"/>
                <a:cs typeface="Calibri" panose="020F0502020204030204"/>
              </a:rPr>
              <a:t>, ou seja, elas vão para um determinado chute, um palpite, enquanto que quando formos falar sobre estimativas intervalares, veremos múltiplas estimativas;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 além disso precisamos dizer que qualquer estimador precisam ter quatro características desejáveis:</a:t>
            </a:r>
          </a:p>
          <a:p>
            <a:pPr marL="800100" lvl="1" indent="-342900">
              <a:buFont typeface="Arial" panose="020B0604020202020204" pitchFamily="34" charset="0"/>
              <a:buChar char="•"/>
            </a:pPr>
            <a:r>
              <a:rPr lang="pt-BR" b="1" dirty="0">
                <a:solidFill>
                  <a:srgbClr val="003958"/>
                </a:solidFill>
                <a:ea typeface="Calibri" panose="020F0502020204030204"/>
                <a:cs typeface="Calibri" panose="020F0502020204030204"/>
              </a:rPr>
              <a:t>Não Viés</a:t>
            </a:r>
          </a:p>
          <a:p>
            <a:pPr marL="800100" lvl="1" indent="-342900">
              <a:buFont typeface="Arial" panose="020B0604020202020204" pitchFamily="34" charset="0"/>
              <a:buChar char="•"/>
            </a:pPr>
            <a:r>
              <a:rPr lang="pt-BR" b="1" dirty="0">
                <a:solidFill>
                  <a:srgbClr val="003958"/>
                </a:solidFill>
                <a:ea typeface="Calibri" panose="020F0502020204030204"/>
                <a:cs typeface="Calibri" panose="020F0502020204030204"/>
              </a:rPr>
              <a:t>Eficiência</a:t>
            </a:r>
          </a:p>
          <a:p>
            <a:pPr marL="800100" lvl="1" indent="-342900">
              <a:buFont typeface="Arial" panose="020B0604020202020204" pitchFamily="34" charset="0"/>
              <a:buChar char="•"/>
            </a:pPr>
            <a:r>
              <a:rPr lang="pt-BR" b="1" dirty="0">
                <a:solidFill>
                  <a:srgbClr val="003958"/>
                </a:solidFill>
                <a:ea typeface="Calibri" panose="020F0502020204030204"/>
                <a:cs typeface="Calibri" panose="020F0502020204030204"/>
              </a:rPr>
              <a:t>Consistência</a:t>
            </a:r>
          </a:p>
          <a:p>
            <a:pPr marL="800100" lvl="1" indent="-342900">
              <a:buFont typeface="Arial" panose="020B0604020202020204" pitchFamily="34" charset="0"/>
              <a:buChar char="•"/>
            </a:pPr>
            <a:r>
              <a:rPr lang="pt-BR" b="1" dirty="0">
                <a:solidFill>
                  <a:srgbClr val="003958"/>
                </a:solidFill>
                <a:ea typeface="Calibri" panose="020F0502020204030204"/>
                <a:cs typeface="Calibri" panose="020F0502020204030204"/>
              </a:rPr>
              <a:t>Suficiência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3158223920"/>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6ACB2-956E-51CB-8D3A-015C194094B5}"/>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86795FD5-16DD-62EC-70DB-61CDACBAD0E9}"/>
              </a:ext>
            </a:extLst>
          </p:cNvPr>
          <p:cNvSpPr>
            <a:spLocks noGrp="1"/>
          </p:cNvSpPr>
          <p:nvPr>
            <p:ph type="body" idx="13"/>
          </p:nvPr>
        </p:nvSpPr>
        <p:spPr/>
        <p:txBody>
          <a:bodyPr/>
          <a:lstStyle/>
          <a:p>
            <a:r>
              <a:rPr lang="pt-BR" dirty="0"/>
              <a:t>Estimativa Pontual</a:t>
            </a:r>
            <a:endParaRPr lang="en-US" dirty="0"/>
          </a:p>
        </p:txBody>
      </p:sp>
      <mc:AlternateContent xmlns:mc="http://schemas.openxmlformats.org/markup-compatibility/2006">
        <mc:Choice xmlns:a14="http://schemas.microsoft.com/office/drawing/2010/main" Requires="a14">
          <p:sp>
            <p:nvSpPr>
              <p:cNvPr id="6" name="Espaço Reservado para Texto 5">
                <a:extLst>
                  <a:ext uri="{FF2B5EF4-FFF2-40B4-BE49-F238E27FC236}">
                    <a16:creationId xmlns:a16="http://schemas.microsoft.com/office/drawing/2014/main" id="{9B115D74-2628-5410-24E8-9650E183D5A7}"/>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Vamos falar sobre três tipos de estimadores pontuais e dar exemplos de como utilizar e como aplicar cada um deles;</a:t>
                </a:r>
              </a:p>
              <a:p>
                <a:pPr marL="342900" indent="-342900">
                  <a:buFont typeface="Arial" panose="020B0604020202020204" pitchFamily="34" charset="0"/>
                  <a:buChar char="•"/>
                </a:pPr>
                <a:endParaRPr lang="pt-BR" sz="2000" b="1"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O primeiro é o mais simples e o mais conhecido, quando alguém não são sabe como estimar o futuro, o mais comum são as pessoas utilizarem a </a:t>
                </a:r>
                <a:r>
                  <a:rPr lang="pt-BR" sz="2000" b="1" dirty="0">
                    <a:solidFill>
                      <a:srgbClr val="003958"/>
                    </a:solidFill>
                    <a:ea typeface="Calibri" panose="020F0502020204030204"/>
                    <a:cs typeface="Calibri" panose="020F0502020204030204"/>
                  </a:rPr>
                  <a:t>média</a:t>
                </a:r>
                <a:r>
                  <a:rPr lang="pt-BR" sz="2000" dirty="0">
                    <a:solidFill>
                      <a:srgbClr val="003958"/>
                    </a:solidFill>
                    <a:ea typeface="Calibri" panose="020F0502020204030204"/>
                    <a:cs typeface="Calibri" panose="020F0502020204030204"/>
                  </a:rPr>
                  <a:t>;</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 média, apesar de ser pouco precisa (e em Data Science eu vou demonizar ela), é a forma de se estimar mais utilizar, com a fórmula mais simples;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algn="ctr"/>
                <a:r>
                  <a:rPr lang="el-GR" sz="2000" dirty="0">
                    <a:solidFill>
                      <a:srgbClr val="003958"/>
                    </a:solidFill>
                    <a:ea typeface="Calibri" panose="020F0502020204030204"/>
                    <a:cs typeface="Calibri" panose="020F0502020204030204"/>
                  </a:rPr>
                  <a:t>μ</a:t>
                </a:r>
                <a:r>
                  <a:rPr lang="pt-BR" sz="2000" dirty="0">
                    <a:solidFill>
                      <a:srgbClr val="003958"/>
                    </a:solidFill>
                    <a:ea typeface="Calibri" panose="020F0502020204030204"/>
                    <a:cs typeface="Calibri" panose="020F0502020204030204"/>
                  </a:rPr>
                  <a:t> = </a:t>
                </a:r>
                <a14:m>
                  <m:oMath xmlns:m="http://schemas.openxmlformats.org/officeDocument/2006/math">
                    <m:f>
                      <m:fPr>
                        <m:ctrlPr>
                          <a:rPr lang="pt-BR" sz="2000" i="1" smtClean="0">
                            <a:solidFill>
                              <a:srgbClr val="003958"/>
                            </a:solidFill>
                            <a:latin typeface="Cambria Math" panose="02040503050406030204" pitchFamily="18" charset="0"/>
                            <a:ea typeface="Calibri" panose="020F0502020204030204"/>
                            <a:cs typeface="Calibri" panose="020F0502020204030204"/>
                          </a:rPr>
                        </m:ctrlPr>
                      </m:fPr>
                      <m:num>
                        <m:nary>
                          <m:naryPr>
                            <m:chr m:val="∑"/>
                            <m:subHide m:val="on"/>
                            <m:supHide m:val="on"/>
                            <m:ctrlPr>
                              <a:rPr lang="pt-BR" sz="2000" i="1" smtClean="0">
                                <a:solidFill>
                                  <a:srgbClr val="003958"/>
                                </a:solidFill>
                                <a:latin typeface="Cambria Math" panose="02040503050406030204" pitchFamily="18" charset="0"/>
                                <a:ea typeface="Calibri" panose="020F0502020204030204"/>
                                <a:cs typeface="Calibri" panose="020F0502020204030204"/>
                              </a:rPr>
                            </m:ctrlPr>
                          </m:naryPr>
                          <m:sub/>
                          <m:sup/>
                          <m:e>
                            <m:r>
                              <a:rPr lang="pt-BR" sz="2000" b="0" i="1" smtClean="0">
                                <a:solidFill>
                                  <a:srgbClr val="003958"/>
                                </a:solidFill>
                                <a:latin typeface="Cambria Math" panose="02040503050406030204" pitchFamily="18" charset="0"/>
                                <a:ea typeface="Calibri" panose="020F0502020204030204"/>
                                <a:cs typeface="Calibri" panose="020F0502020204030204"/>
                              </a:rPr>
                              <m:t>𝑥𝑖</m:t>
                            </m:r>
                          </m:e>
                        </m:nary>
                      </m:num>
                      <m:den>
                        <m:r>
                          <a:rPr lang="pt-BR" sz="2000" b="0" i="1" smtClean="0">
                            <a:solidFill>
                              <a:srgbClr val="003958"/>
                            </a:solidFill>
                            <a:latin typeface="Cambria Math" panose="02040503050406030204" pitchFamily="18" charset="0"/>
                            <a:ea typeface="Calibri" panose="020F0502020204030204"/>
                            <a:cs typeface="Calibri" panose="020F0502020204030204"/>
                          </a:rPr>
                          <m:t>𝑛</m:t>
                        </m:r>
                      </m:den>
                    </m:f>
                  </m:oMath>
                </a14:m>
                <a:r>
                  <a:rPr lang="pt-BR" sz="2000" dirty="0">
                    <a:solidFill>
                      <a:srgbClr val="003958"/>
                    </a:solidFill>
                    <a:ea typeface="Calibri" panose="020F0502020204030204"/>
                    <a:cs typeface="Calibri" panose="020F0502020204030204"/>
                  </a:rPr>
                  <a:t> </a:t>
                </a:r>
                <a:endParaRPr lang="pt-BR"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imaginando que ao pegar a altura 385 pessoas de Florianópolis, a média calculada é 172 cm, portanto ao pedir para estimar a próxima altura, a resposta será: </a:t>
                </a:r>
                <a:r>
                  <a:rPr lang="pt-BR" sz="2000" b="1" dirty="0">
                    <a:solidFill>
                      <a:srgbClr val="003958"/>
                    </a:solidFill>
                    <a:ea typeface="Calibri" panose="020F0502020204030204"/>
                    <a:cs typeface="Calibri" panose="020F0502020204030204"/>
                  </a:rPr>
                  <a:t>172 cm</a:t>
                </a:r>
                <a:r>
                  <a:rPr lang="pt-BR" sz="2000" dirty="0">
                    <a:solidFill>
                      <a:srgbClr val="003958"/>
                    </a:solidFill>
                    <a:ea typeface="Calibri" panose="020F0502020204030204"/>
                    <a:cs typeface="Calibri" panose="020F0502020204030204"/>
                  </a:rPr>
                  <a:t>.</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p:sp>
            <p:nvSpPr>
              <p:cNvPr id="6" name="Espaço Reservado para Texto 5">
                <a:extLst>
                  <a:ext uri="{FF2B5EF4-FFF2-40B4-BE49-F238E27FC236}">
                    <a16:creationId xmlns:a16="http://schemas.microsoft.com/office/drawing/2014/main" id="{9B115D74-2628-5410-24E8-9650E183D5A7}"/>
                  </a:ext>
                </a:extLst>
              </p:cNvPr>
              <p:cNvSpPr>
                <a:spLocks noGrp="1" noRot="1" noChangeAspect="1" noMove="1" noResize="1" noEditPoints="1" noAdjustHandles="1" noChangeArrowheads="1" noChangeShapeType="1" noTextEdit="1"/>
              </p:cNvSpPr>
              <p:nvPr>
                <p:ph type="body" idx="1"/>
              </p:nvPr>
            </p:nvSpPr>
            <p:spPr>
              <a:blipFill>
                <a:blip r:embed="rId2"/>
                <a:stretch>
                  <a:fillRect l="-530" t="-1357" r="-235" b="-9362"/>
                </a:stretch>
              </a:blipFill>
            </p:spPr>
            <p:txBody>
              <a:bodyPr/>
              <a:lstStyle/>
              <a:p>
                <a:r>
                  <a:rPr lang="pt-BR">
                    <a:noFill/>
                  </a:rPr>
                  <a:t> </a:t>
                </a:r>
              </a:p>
            </p:txBody>
          </p:sp>
        </mc:Fallback>
      </mc:AlternateContent>
    </p:spTree>
    <p:extLst>
      <p:ext uri="{BB962C8B-B14F-4D97-AF65-F5344CB8AC3E}">
        <p14:creationId xmlns:p14="http://schemas.microsoft.com/office/powerpoint/2010/main" val="3164346733"/>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B6138-3EC7-B068-DC7B-4A1482E3180D}"/>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8924876E-128C-7923-1226-16EE89EDB843}"/>
              </a:ext>
            </a:extLst>
          </p:cNvPr>
          <p:cNvSpPr>
            <a:spLocks noGrp="1"/>
          </p:cNvSpPr>
          <p:nvPr>
            <p:ph type="body" idx="13"/>
          </p:nvPr>
        </p:nvSpPr>
        <p:spPr/>
        <p:txBody>
          <a:bodyPr/>
          <a:lstStyle/>
          <a:p>
            <a:r>
              <a:rPr lang="pt-BR" dirty="0"/>
              <a:t>Estimativa Pontual</a:t>
            </a:r>
            <a:endParaRPr lang="en-US" dirty="0"/>
          </a:p>
        </p:txBody>
      </p:sp>
      <p:sp>
        <p:nvSpPr>
          <p:cNvPr id="6" name="Espaço Reservado para Texto 5">
            <a:extLst>
              <a:ext uri="{FF2B5EF4-FFF2-40B4-BE49-F238E27FC236}">
                <a16:creationId xmlns:a16="http://schemas.microsoft.com/office/drawing/2014/main" id="{4A759EB4-653E-B9B8-275C-470BEB0F8C7F}"/>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Mas nem sempre as perguntas são feitas em cima de valores idênticos da sua série, um outro exemplo é quando são solicitados proporções em cima da sua série;</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Perguntas como: “Quantos % de eleitores apoiam X?”, “Quantos % dos clientes compraram após a campanha de marketing?” e “Quantos % de partidas que um time vence?” são perguntas que utilizam uma estimativa diferente;</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Esse tipo de estimador é chamado de </a:t>
            </a:r>
            <a:r>
              <a:rPr lang="pt-BR" sz="2000" b="1" dirty="0">
                <a:solidFill>
                  <a:srgbClr val="003958"/>
                </a:solidFill>
                <a:ea typeface="Calibri" panose="020F0502020204030204"/>
                <a:cs typeface="Calibri" panose="020F0502020204030204"/>
              </a:rPr>
              <a:t>proporção</a:t>
            </a:r>
            <a:r>
              <a:rPr lang="pt-BR" sz="2000" dirty="0">
                <a:solidFill>
                  <a:srgbClr val="003958"/>
                </a:solidFill>
                <a:ea typeface="Calibri" panose="020F0502020204030204"/>
                <a:cs typeface="Calibri" panose="020F0502020204030204"/>
              </a:rPr>
              <a:t>, que olha para a quantidade de “sucessos” envolvendo o contexto em razão do todo;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Imaginem a seguinte situação: “Qual a proporção da população de cientista de dados que utilizam Python?”</a:t>
            </a: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2570610837"/>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54DCD-4E25-E564-9495-8C054406611A}"/>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77FC9135-0A0B-703E-A7C0-07F1069580B5}"/>
              </a:ext>
            </a:extLst>
          </p:cNvPr>
          <p:cNvSpPr>
            <a:spLocks noGrp="1"/>
          </p:cNvSpPr>
          <p:nvPr>
            <p:ph type="body" idx="13"/>
          </p:nvPr>
        </p:nvSpPr>
        <p:spPr/>
        <p:txBody>
          <a:bodyPr/>
          <a:lstStyle/>
          <a:p>
            <a:r>
              <a:rPr lang="pt-BR" dirty="0"/>
              <a:t>Estimativa Pontual</a:t>
            </a:r>
            <a:endParaRPr lang="en-US" dirty="0"/>
          </a:p>
        </p:txBody>
      </p:sp>
      <p:sp>
        <p:nvSpPr>
          <p:cNvPr id="6" name="Espaço Reservado para Texto 5">
            <a:extLst>
              <a:ext uri="{FF2B5EF4-FFF2-40B4-BE49-F238E27FC236}">
                <a16:creationId xmlns:a16="http://schemas.microsoft.com/office/drawing/2014/main" id="{627E93F3-34EC-41E8-67E8-919BCCEDC128}"/>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olho para minha série de 385 registros, tenho 231 cientistas que responderam que utilizam </a:t>
            </a:r>
            <a:r>
              <a:rPr lang="pt-BR" sz="2000" dirty="0" err="1">
                <a:solidFill>
                  <a:srgbClr val="003958"/>
                </a:solidFill>
                <a:ea typeface="Calibri" panose="020F0502020204030204"/>
                <a:cs typeface="Calibri" panose="020F0502020204030204"/>
              </a:rPr>
              <a:t>python</a:t>
            </a:r>
            <a:r>
              <a:rPr lang="pt-BR" sz="2000" dirty="0">
                <a:solidFill>
                  <a:srgbClr val="003958"/>
                </a:solidFill>
                <a:ea typeface="Calibri" panose="020F0502020204030204"/>
                <a:cs typeface="Calibri" panose="020F0502020204030204"/>
              </a:rPr>
              <a:t>;</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Portanto é só aplicar a divisão: 231/385 = 0,6 = 60%</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com esse estimador, podemos dizer que 60% dos cientistas de dados utilizam Python;</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Esse tipo de estimador é amplamente utilizado para calcular metas, que geralmente são definidas em percentuais, então, “queremos atingir um lucro líquido de 5%”, “queremos diminuir nossa taxa de ocupação de leitos para 80%”, “queremos aumentar a quantidade de vacinados para 95%” são perguntas que podem ser estimadas utilizando esse tipo de estimador.</a:t>
            </a: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509632617"/>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A23B-6DBA-1B38-AF3F-40DEA71EAE6E}"/>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62E4FDD3-AD18-BE60-8841-B73034BB6004}"/>
              </a:ext>
            </a:extLst>
          </p:cNvPr>
          <p:cNvSpPr>
            <a:spLocks noGrp="1"/>
          </p:cNvSpPr>
          <p:nvPr>
            <p:ph type="body" idx="13"/>
          </p:nvPr>
        </p:nvSpPr>
        <p:spPr/>
        <p:txBody>
          <a:bodyPr/>
          <a:lstStyle/>
          <a:p>
            <a:r>
              <a:rPr lang="pt-BR" dirty="0"/>
              <a:t>Estimativa Pontual</a:t>
            </a:r>
            <a:endParaRPr lang="en-US" dirty="0"/>
          </a:p>
        </p:txBody>
      </p:sp>
      <p:sp>
        <p:nvSpPr>
          <p:cNvPr id="6" name="Espaço Reservado para Texto 5">
            <a:extLst>
              <a:ext uri="{FF2B5EF4-FFF2-40B4-BE49-F238E27FC236}">
                <a16:creationId xmlns:a16="http://schemas.microsoft.com/office/drawing/2014/main" id="{1D858AE7-ADB5-D3E2-BBA0-61004A9681F6}"/>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olho para minha série de 385 registros, tenho 231 cientistas que responderam que utilizam </a:t>
            </a:r>
            <a:r>
              <a:rPr lang="pt-BR" sz="2000" dirty="0" err="1">
                <a:solidFill>
                  <a:srgbClr val="003958"/>
                </a:solidFill>
                <a:ea typeface="Calibri" panose="020F0502020204030204"/>
                <a:cs typeface="Calibri" panose="020F0502020204030204"/>
              </a:rPr>
              <a:t>python</a:t>
            </a:r>
            <a:r>
              <a:rPr lang="pt-BR" sz="2000" dirty="0">
                <a:solidFill>
                  <a:srgbClr val="003958"/>
                </a:solidFill>
                <a:ea typeface="Calibri" panose="020F0502020204030204"/>
                <a:cs typeface="Calibri" panose="020F0502020204030204"/>
              </a:rPr>
              <a:t>;</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Portanto é só aplicar a divisão: 231/385 = 0,6 = 60%</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com esse estimador, podemos dizer que 60% dos cientistas de dados utilizam Python;</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Esse tipo de estimador é amplamente utilizado para calcular metas, que geralmente são definidas em percentuais, então, “queremos atingir um lucro líquido de 5%”, “queremos diminuir nossa taxa de ocupação de leitos para 80%”, “queremos aumentar a quantidade de vacinados para 95%” são perguntas que podem ser estimadas utilizando esse tipo de estimador.</a:t>
            </a: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583613695"/>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5D1DA-319B-5C3A-AC03-732FA35EAA2F}"/>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A9D77C6A-EFEB-6B65-D696-67A0C84C1375}"/>
              </a:ext>
            </a:extLst>
          </p:cNvPr>
          <p:cNvSpPr>
            <a:spLocks noGrp="1"/>
          </p:cNvSpPr>
          <p:nvPr>
            <p:ph type="body" idx="13"/>
          </p:nvPr>
        </p:nvSpPr>
        <p:spPr/>
        <p:txBody>
          <a:bodyPr/>
          <a:lstStyle/>
          <a:p>
            <a:r>
              <a:rPr lang="pt-BR" dirty="0"/>
              <a:t>Estimativa Pontual</a:t>
            </a:r>
            <a:endParaRPr lang="en-US" dirty="0"/>
          </a:p>
        </p:txBody>
      </p:sp>
      <mc:AlternateContent xmlns:mc="http://schemas.openxmlformats.org/markup-compatibility/2006">
        <mc:Choice xmlns:a14="http://schemas.microsoft.com/office/drawing/2010/main" Requires="a14">
          <p:sp>
            <p:nvSpPr>
              <p:cNvPr id="6" name="Espaço Reservado para Texto 5">
                <a:extLst>
                  <a:ext uri="{FF2B5EF4-FFF2-40B4-BE49-F238E27FC236}">
                    <a16:creationId xmlns:a16="http://schemas.microsoft.com/office/drawing/2014/main" id="{42609A7B-A3AD-7362-44C1-63AD2B2C80F8}"/>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 por fim, temos o estimador que já vimos nessa aula, aquele que utiliza a variabilidade amostral, e que utiliza exatamente a mesma fórmula que vimos anteriormente: </a:t>
                </a:r>
                <a:endParaRPr lang="pt-BR" sz="1600" dirty="0">
                  <a:solidFill>
                    <a:srgbClr val="003958"/>
                  </a:solidFill>
                  <a:ea typeface="Calibri" panose="020F0502020204030204"/>
                  <a:cs typeface="Calibri" panose="020F0502020204030204"/>
                </a:endParaRPr>
              </a:p>
              <a:p>
                <a:pPr lvl="1"/>
                <a:endParaRPr lang="pt-BR" sz="1800" dirty="0">
                  <a:solidFill>
                    <a:srgbClr val="003958"/>
                  </a:solidFill>
                  <a:ea typeface="Calibri" panose="020F0502020204030204"/>
                  <a:cs typeface="Calibri" panose="020F0502020204030204"/>
                </a:endParaRPr>
              </a:p>
              <a:p>
                <a:pPr lvl="1" algn="ctr"/>
                <a:r>
                  <a:rPr lang="pt-BR" sz="1800" dirty="0">
                    <a:solidFill>
                      <a:srgbClr val="003958"/>
                    </a:solidFill>
                    <a:ea typeface="Calibri" panose="020F0502020204030204"/>
                    <a:cs typeface="Calibri" panose="020F0502020204030204"/>
                  </a:rPr>
                  <a:t>s² = </a:t>
                </a:r>
                <a14:m>
                  <m:oMath xmlns:m="http://schemas.openxmlformats.org/officeDocument/2006/math">
                    <m:f>
                      <m:fPr>
                        <m:ctrlPr>
                          <a:rPr lang="pt-BR" sz="1800" i="1">
                            <a:solidFill>
                              <a:srgbClr val="003958"/>
                            </a:solidFill>
                            <a:latin typeface="Cambria Math" panose="02040503050406030204" pitchFamily="18" charset="0"/>
                            <a:ea typeface="Calibri" panose="020F0502020204030204"/>
                            <a:cs typeface="Calibri" panose="020F0502020204030204"/>
                          </a:rPr>
                        </m:ctrlPr>
                      </m:fPr>
                      <m:num>
                        <m:r>
                          <a:rPr lang="pt-BR" sz="1800" i="1">
                            <a:solidFill>
                              <a:srgbClr val="003958"/>
                            </a:solidFill>
                            <a:latin typeface="Cambria Math" panose="02040503050406030204" pitchFamily="18" charset="0"/>
                            <a:ea typeface="Calibri" panose="020F0502020204030204"/>
                            <a:cs typeface="Calibri" panose="020F0502020204030204"/>
                          </a:rPr>
                          <m:t>1</m:t>
                        </m:r>
                      </m:num>
                      <m:den>
                        <m:r>
                          <a:rPr lang="pt-BR" sz="1800" i="1">
                            <a:solidFill>
                              <a:srgbClr val="003958"/>
                            </a:solidFill>
                            <a:latin typeface="Cambria Math" panose="02040503050406030204" pitchFamily="18" charset="0"/>
                            <a:ea typeface="Calibri" panose="020F0502020204030204"/>
                            <a:cs typeface="Calibri" panose="020F0502020204030204"/>
                          </a:rPr>
                          <m:t>𝑛</m:t>
                        </m:r>
                        <m:r>
                          <a:rPr lang="pt-BR" sz="1800" i="1">
                            <a:solidFill>
                              <a:srgbClr val="003958"/>
                            </a:solidFill>
                            <a:latin typeface="Cambria Math" panose="02040503050406030204" pitchFamily="18" charset="0"/>
                            <a:ea typeface="Calibri" panose="020F0502020204030204"/>
                            <a:cs typeface="Calibri" panose="020F0502020204030204"/>
                          </a:rPr>
                          <m:t> −1</m:t>
                        </m:r>
                      </m:den>
                    </m:f>
                    <m:nary>
                      <m:naryPr>
                        <m:chr m:val="∑"/>
                        <m:subHide m:val="on"/>
                        <m:supHide m:val="on"/>
                        <m:ctrlPr>
                          <a:rPr lang="pt-BR" sz="1800" i="1">
                            <a:solidFill>
                              <a:srgbClr val="003958"/>
                            </a:solidFill>
                            <a:latin typeface="Cambria Math" panose="02040503050406030204" pitchFamily="18" charset="0"/>
                            <a:ea typeface="Calibri" panose="020F0502020204030204"/>
                            <a:cs typeface="Calibri" panose="020F0502020204030204"/>
                          </a:rPr>
                        </m:ctrlPr>
                      </m:naryPr>
                      <m:sub/>
                      <m:sup/>
                      <m:e>
                        <m:r>
                          <a:rPr lang="pt-BR" sz="1800" i="1">
                            <a:solidFill>
                              <a:srgbClr val="003958"/>
                            </a:solidFill>
                            <a:latin typeface="Cambria Math" panose="02040503050406030204" pitchFamily="18" charset="0"/>
                            <a:ea typeface="Calibri" panose="020F0502020204030204"/>
                            <a:cs typeface="Calibri" panose="020F0502020204030204"/>
                          </a:rPr>
                          <m:t>(</m:t>
                        </m:r>
                        <m:r>
                          <a:rPr lang="pt-BR" sz="1800" i="1">
                            <a:solidFill>
                              <a:srgbClr val="003958"/>
                            </a:solidFill>
                            <a:latin typeface="Cambria Math" panose="02040503050406030204" pitchFamily="18" charset="0"/>
                            <a:ea typeface="Calibri" panose="020F0502020204030204"/>
                            <a:cs typeface="Calibri" panose="020F0502020204030204"/>
                          </a:rPr>
                          <m:t>𝑥𝑖</m:t>
                        </m:r>
                        <m:r>
                          <a:rPr lang="pt-BR" sz="1800" i="1">
                            <a:solidFill>
                              <a:srgbClr val="003958"/>
                            </a:solidFill>
                            <a:latin typeface="Cambria Math" panose="02040503050406030204" pitchFamily="18" charset="0"/>
                            <a:ea typeface="Calibri" panose="020F0502020204030204"/>
                            <a:cs typeface="Calibri" panose="020F0502020204030204"/>
                          </a:rPr>
                          <m:t> −</m:t>
                        </m:r>
                        <m:r>
                          <a:rPr lang="pt-BR" sz="1800" i="1">
                            <a:solidFill>
                              <a:srgbClr val="003958"/>
                            </a:solidFill>
                            <a:latin typeface="Cambria Math" panose="02040503050406030204" pitchFamily="18" charset="0"/>
                            <a:ea typeface="Calibri" panose="020F0502020204030204"/>
                            <a:cs typeface="Calibri" panose="020F0502020204030204"/>
                          </a:rPr>
                          <m:t>𝑚</m:t>
                        </m:r>
                        <m:r>
                          <a:rPr lang="pt-BR" sz="1800" i="1">
                            <a:solidFill>
                              <a:srgbClr val="003958"/>
                            </a:solidFill>
                            <a:latin typeface="Cambria Math" panose="02040503050406030204" pitchFamily="18" charset="0"/>
                            <a:ea typeface="Calibri" panose="020F0502020204030204"/>
                            <a:cs typeface="Calibri" panose="020F0502020204030204"/>
                          </a:rPr>
                          <m:t>é</m:t>
                        </m:r>
                        <m:r>
                          <a:rPr lang="pt-BR" sz="1800" i="1">
                            <a:solidFill>
                              <a:srgbClr val="003958"/>
                            </a:solidFill>
                            <a:latin typeface="Cambria Math" panose="02040503050406030204" pitchFamily="18" charset="0"/>
                            <a:ea typeface="Calibri" panose="020F0502020204030204"/>
                            <a:cs typeface="Calibri" panose="020F0502020204030204"/>
                          </a:rPr>
                          <m:t>𝑑𝑖𝑎</m:t>
                        </m:r>
                        <m:r>
                          <a:rPr lang="pt-BR" sz="1800" i="1">
                            <a:solidFill>
                              <a:srgbClr val="003958"/>
                            </a:solidFill>
                            <a:latin typeface="Cambria Math" panose="02040503050406030204" pitchFamily="18" charset="0"/>
                            <a:ea typeface="Calibri" panose="020F0502020204030204"/>
                            <a:cs typeface="Calibri" panose="020F0502020204030204"/>
                          </a:rPr>
                          <m:t>)²</m:t>
                        </m:r>
                      </m:e>
                    </m:nary>
                  </m:oMath>
                </a14:m>
                <a:endParaRPr lang="pt-BR" sz="1800" dirty="0">
                  <a:solidFill>
                    <a:srgbClr val="003958"/>
                  </a:solidFill>
                  <a:ea typeface="Calibri" panose="020F0502020204030204"/>
                  <a:cs typeface="Calibri" panose="020F0502020204030204"/>
                </a:endParaRPr>
              </a:p>
              <a:p>
                <a:pPr lvl="1" algn="ctr"/>
                <a:endParaRPr lang="pt-BR" sz="1800" dirty="0">
                  <a:solidFill>
                    <a:srgbClr val="003958"/>
                  </a:solidFill>
                  <a:ea typeface="Calibri" panose="020F0502020204030204"/>
                  <a:cs typeface="Calibri" panose="020F0502020204030204"/>
                </a:endParaRPr>
              </a:p>
              <a:p>
                <a:pPr marL="285750" indent="-285750">
                  <a:buFont typeface="Arial" panose="020B0604020202020204" pitchFamily="34" charset="0"/>
                  <a:buChar char="•"/>
                </a:pPr>
                <a:r>
                  <a:rPr lang="pt-BR" sz="2000" dirty="0">
                    <a:solidFill>
                      <a:srgbClr val="003958"/>
                    </a:solidFill>
                    <a:ea typeface="Calibri" panose="020F0502020204030204"/>
                    <a:cs typeface="Calibri" panose="020F0502020204030204"/>
                  </a:rPr>
                  <a:t>Esse estimador é chamador de estimador de </a:t>
                </a:r>
                <a:r>
                  <a:rPr lang="pt-BR" sz="2000" b="1" dirty="0">
                    <a:solidFill>
                      <a:srgbClr val="003958"/>
                    </a:solidFill>
                    <a:ea typeface="Calibri" panose="020F0502020204030204"/>
                    <a:cs typeface="Calibri" panose="020F0502020204030204"/>
                  </a:rPr>
                  <a:t>variância</a:t>
                </a:r>
                <a:r>
                  <a:rPr lang="pt-BR" sz="2000" dirty="0">
                    <a:solidFill>
                      <a:srgbClr val="003958"/>
                    </a:solidFill>
                    <a:ea typeface="Calibri" panose="020F0502020204030204"/>
                    <a:cs typeface="Calibri" panose="020F0502020204030204"/>
                  </a:rPr>
                  <a:t> e é utilizado para responder perguntas de dispersão, como “Qual risco nos retornos de investimentos?”, “Qual a variação nas notas de alunos?”, “Qual a variação nos tempos de carregamento das páginas do site?”;</a:t>
                </a:r>
              </a:p>
              <a:p>
                <a:pPr marL="285750" indent="-28575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285750" indent="-285750">
                  <a:buFont typeface="Arial" panose="020B0604020202020204" pitchFamily="34" charset="0"/>
                  <a:buChar char="•"/>
                </a:pPr>
                <a:r>
                  <a:rPr lang="pt-BR" sz="2000" dirty="0">
                    <a:solidFill>
                      <a:srgbClr val="003958"/>
                    </a:solidFill>
                    <a:ea typeface="Calibri" panose="020F0502020204030204"/>
                    <a:cs typeface="Calibri" panose="020F0502020204030204"/>
                  </a:rPr>
                  <a:t>Imaginem o cenário sobre uma coleta de tempos de processamento de uma página com cinco amostras [10s, 12s, 9s, 15s, 11s], qual é a variação nos tempos de carregamento?</a:t>
                </a:r>
              </a:p>
              <a:p>
                <a:pPr marL="285750" indent="-28575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285750" indent="-285750">
                  <a:buFont typeface="Arial" panose="020B0604020202020204" pitchFamily="34" charset="0"/>
                  <a:buChar char="•"/>
                </a:pPr>
                <a:r>
                  <a:rPr lang="pt-BR" sz="2000" dirty="0">
                    <a:solidFill>
                      <a:srgbClr val="003958"/>
                    </a:solidFill>
                    <a:ea typeface="Calibri" panose="020F0502020204030204"/>
                    <a:cs typeface="Calibri" panose="020F0502020204030204"/>
                  </a:rPr>
                  <a:t>Na média isso dá 11.4s, mas e a variação, vamos calcular juntos então.</a:t>
                </a: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p:sp>
            <p:nvSpPr>
              <p:cNvPr id="6" name="Espaço Reservado para Texto 5">
                <a:extLst>
                  <a:ext uri="{FF2B5EF4-FFF2-40B4-BE49-F238E27FC236}">
                    <a16:creationId xmlns:a16="http://schemas.microsoft.com/office/drawing/2014/main" id="{42609A7B-A3AD-7362-44C1-63AD2B2C80F8}"/>
                  </a:ext>
                </a:extLst>
              </p:cNvPr>
              <p:cNvSpPr>
                <a:spLocks noGrp="1" noRot="1" noChangeAspect="1" noMove="1" noResize="1" noEditPoints="1" noAdjustHandles="1" noChangeArrowheads="1" noChangeShapeType="1" noTextEdit="1"/>
              </p:cNvSpPr>
              <p:nvPr>
                <p:ph type="body" idx="1"/>
              </p:nvPr>
            </p:nvSpPr>
            <p:spPr>
              <a:blipFill>
                <a:blip r:embed="rId2"/>
                <a:stretch>
                  <a:fillRect l="-530" t="-1357" b="-2714"/>
                </a:stretch>
              </a:blipFill>
            </p:spPr>
            <p:txBody>
              <a:bodyPr/>
              <a:lstStyle/>
              <a:p>
                <a:r>
                  <a:rPr lang="pt-BR">
                    <a:noFill/>
                  </a:rPr>
                  <a:t> </a:t>
                </a:r>
              </a:p>
            </p:txBody>
          </p:sp>
        </mc:Fallback>
      </mc:AlternateContent>
    </p:spTree>
    <p:extLst>
      <p:ext uri="{BB962C8B-B14F-4D97-AF65-F5344CB8AC3E}">
        <p14:creationId xmlns:p14="http://schemas.microsoft.com/office/powerpoint/2010/main" val="1010424365"/>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DC612-8163-DE2B-5943-DD4523BE4022}"/>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98F81B13-4F36-B4D2-3F8A-11C60DD0B9CE}"/>
              </a:ext>
            </a:extLst>
          </p:cNvPr>
          <p:cNvSpPr>
            <a:spLocks noGrp="1"/>
          </p:cNvSpPr>
          <p:nvPr>
            <p:ph type="body" idx="13"/>
          </p:nvPr>
        </p:nvSpPr>
        <p:spPr/>
        <p:txBody>
          <a:bodyPr/>
          <a:lstStyle/>
          <a:p>
            <a:r>
              <a:rPr lang="pt-BR" dirty="0"/>
              <a:t>Atividades</a:t>
            </a:r>
            <a:endParaRPr lang="en-US" dirty="0"/>
          </a:p>
        </p:txBody>
      </p:sp>
      <p:sp>
        <p:nvSpPr>
          <p:cNvPr id="6" name="Espaço Reservado para Texto 5">
            <a:extLst>
              <a:ext uri="{FF2B5EF4-FFF2-40B4-BE49-F238E27FC236}">
                <a16:creationId xmlns:a16="http://schemas.microsoft.com/office/drawing/2014/main" id="{26837B12-E156-3D09-047A-50100A78B1F7}"/>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1 – Construa os três estimadores em </a:t>
            </a:r>
            <a:r>
              <a:rPr lang="pt-BR" sz="2000" dirty="0" err="1">
                <a:solidFill>
                  <a:srgbClr val="003958"/>
                </a:solidFill>
                <a:ea typeface="Calibri" panose="020F0502020204030204"/>
                <a:cs typeface="Calibri" panose="020F0502020204030204"/>
              </a:rPr>
              <a:t>python</a:t>
            </a:r>
            <a:r>
              <a:rPr lang="pt-BR" sz="2000" dirty="0">
                <a:solidFill>
                  <a:srgbClr val="003958"/>
                </a:solidFill>
                <a:ea typeface="Calibri" panose="020F0502020204030204"/>
                <a:cs typeface="Calibri" panose="020F0502020204030204"/>
              </a:rPr>
              <a:t> (média, proporção e variância) e apresente seu código ao professor;</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2 – Aplique os estimadores à perguntas utilizando os seus dados do projeto para cada um dos seus estimadores (média, proporção e variância) e apresente ao professor.</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1257300" lvl="2" indent="-342900">
              <a:buFont typeface="Wingdings" panose="020B0604020202020204" pitchFamily="34" charset="0"/>
              <a:buChar char="§"/>
            </a:pPr>
            <a:endParaRPr lang="pt-BR" sz="1600" dirty="0">
              <a:solidFill>
                <a:srgbClr val="003958"/>
              </a:solidFill>
              <a:ea typeface="Calibri" panose="020F0502020204030204"/>
              <a:cs typeface="Calibri" panose="020F0502020204030204"/>
            </a:endParaRPr>
          </a:p>
          <a:p>
            <a:pPr marL="800100" lvl="1" indent="-342900">
              <a:buChar char="•"/>
            </a:pPr>
            <a:endParaRPr lang="pt-BR" sz="18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3863680868"/>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9E1B3-FE29-6DC0-A2E3-76C35FE780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2644C3-758C-7319-38BE-02B3C67BC15E}"/>
              </a:ext>
            </a:extLst>
          </p:cNvPr>
          <p:cNvSpPr>
            <a:spLocks noGrp="1"/>
          </p:cNvSpPr>
          <p:nvPr>
            <p:ph type="title"/>
          </p:nvPr>
        </p:nvSpPr>
        <p:spPr/>
        <p:txBody>
          <a:bodyPr>
            <a:normAutofit/>
          </a:bodyPr>
          <a:lstStyle/>
          <a:p>
            <a:r>
              <a:rPr lang="pt-BR" dirty="0">
                <a:latin typeface="Impact"/>
              </a:rPr>
              <a:t>Estimativa Intervalar</a:t>
            </a:r>
            <a:endParaRPr lang="en-US" dirty="0" err="1"/>
          </a:p>
        </p:txBody>
      </p:sp>
    </p:spTree>
    <p:extLst>
      <p:ext uri="{BB962C8B-B14F-4D97-AF65-F5344CB8AC3E}">
        <p14:creationId xmlns:p14="http://schemas.microsoft.com/office/powerpoint/2010/main" val="3188734552"/>
      </p:ext>
    </p:extLst>
  </p:cSld>
  <p:clrMapOvr>
    <a:masterClrMapping/>
  </p:clrMapOvr>
  <mc:AlternateContent xmlns:mc="http://schemas.openxmlformats.org/markup-compatibility/2006">
    <mc:Choice xmlns:p14="http://schemas.microsoft.com/office/powerpoint/2010/main" Requires="p14">
      <p:transition spd="slow" p14:dur="2000" advTm="34106"/>
    </mc:Choice>
    <mc:Fallback>
      <p:transition spd="slow" advTm="34106"/>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E2C99-BA97-3657-6A89-1710D4E2D113}"/>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96F0A1F7-F223-62CF-7FF1-791786F4E525}"/>
              </a:ext>
            </a:extLst>
          </p:cNvPr>
          <p:cNvSpPr>
            <a:spLocks noGrp="1"/>
          </p:cNvSpPr>
          <p:nvPr>
            <p:ph type="body" idx="13"/>
          </p:nvPr>
        </p:nvSpPr>
        <p:spPr/>
        <p:txBody>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E5A2A6C6-1D0B-9235-D2B9-83E83B2BDE4B}"/>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chegamos nas estimativas intervalares que vão além das pontuais pois fornecem valores plausíveis para intervalores de confiança;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Vamos deixar uma de fora, que é </a:t>
            </a:r>
            <a:r>
              <a:rPr lang="pt-BR" sz="2000" b="1" dirty="0">
                <a:solidFill>
                  <a:srgbClr val="003958"/>
                </a:solidFill>
                <a:ea typeface="Calibri" panose="020F0502020204030204"/>
                <a:cs typeface="Calibri" panose="020F0502020204030204"/>
              </a:rPr>
              <a:t>Intervalo de Confiança</a:t>
            </a:r>
            <a:r>
              <a:rPr lang="pt-BR" sz="2000" dirty="0">
                <a:solidFill>
                  <a:srgbClr val="003958"/>
                </a:solidFill>
                <a:ea typeface="Calibri" panose="020F0502020204030204"/>
                <a:cs typeface="Calibri" panose="020F0502020204030204"/>
              </a:rPr>
              <a:t>, que conversaremos em aulas específicas para isso, sendo assim, hoje falaremos sobre as seguintes estimativas: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b="1" dirty="0">
                <a:solidFill>
                  <a:srgbClr val="003958"/>
                </a:solidFill>
                <a:ea typeface="Calibri" panose="020F0502020204030204"/>
                <a:cs typeface="Calibri" panose="020F0502020204030204"/>
              </a:rPr>
              <a:t>Tolerância</a:t>
            </a:r>
          </a:p>
          <a:p>
            <a:pPr marL="342900" indent="-342900">
              <a:buFont typeface="Arial" panose="020B0604020202020204" pitchFamily="34" charset="0"/>
              <a:buChar char="•"/>
            </a:pPr>
            <a:r>
              <a:rPr lang="pt-BR" sz="2000" b="1" dirty="0">
                <a:solidFill>
                  <a:srgbClr val="003958"/>
                </a:solidFill>
                <a:ea typeface="Calibri" panose="020F0502020204030204"/>
                <a:cs typeface="Calibri" panose="020F0502020204030204"/>
              </a:rPr>
              <a:t>Verossimilhança</a:t>
            </a:r>
          </a:p>
          <a:p>
            <a:pPr marL="342900" indent="-342900">
              <a:buFont typeface="Arial" panose="020B0604020202020204" pitchFamily="34" charset="0"/>
              <a:buChar char="•"/>
            </a:pPr>
            <a:r>
              <a:rPr lang="pt-BR" sz="2000" b="1" dirty="0">
                <a:solidFill>
                  <a:srgbClr val="003958"/>
                </a:solidFill>
                <a:ea typeface="Calibri" panose="020F0502020204030204"/>
                <a:cs typeface="Calibri" panose="020F0502020204030204"/>
              </a:rPr>
              <a:t>Predição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Todas elas tem aplicações bem distintas, vamos ver onde cada caso pode ser aplicado.</a:t>
            </a: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3250564052"/>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4650A-DF56-E0D3-7053-E4846ECBA409}"/>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482FBFE-20AE-936A-0A68-39BD67CD0227}"/>
              </a:ext>
            </a:extLst>
          </p:cNvPr>
          <p:cNvSpPr>
            <a:spLocks noGrp="1"/>
          </p:cNvSpPr>
          <p:nvPr>
            <p:ph type="body" idx="13"/>
          </p:nvPr>
        </p:nvSpPr>
        <p:spPr/>
        <p:txBody>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CE0E4FA7-72B6-A775-6D0D-8586F09B06CC}"/>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Então chegamos nas estimativas intervalares que vão além das pontuais pois fornecem valores plausíveis para intervalores de confiança;</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Vamos deixar uma de fora, que é </a:t>
            </a:r>
            <a:r>
              <a:rPr lang="pt-BR" sz="2000" b="1" dirty="0">
                <a:solidFill>
                  <a:srgbClr val="003958"/>
                </a:solidFill>
                <a:ea typeface="Calibri" panose="020F0502020204030204"/>
                <a:cs typeface="Calibri" panose="020F0502020204030204"/>
              </a:rPr>
              <a:t>Intervalo de Confiança</a:t>
            </a:r>
            <a:r>
              <a:rPr lang="pt-BR" sz="2000" dirty="0">
                <a:solidFill>
                  <a:srgbClr val="003958"/>
                </a:solidFill>
                <a:ea typeface="Calibri" panose="020F0502020204030204"/>
                <a:cs typeface="Calibri" panose="020F0502020204030204"/>
              </a:rPr>
              <a:t>, que conversaremos em aulas específicas para isso, sendo assim, hoje falaremos sobre as seguintes estimativas: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b="1" dirty="0">
                <a:solidFill>
                  <a:srgbClr val="003958"/>
                </a:solidFill>
                <a:ea typeface="Calibri" panose="020F0502020204030204"/>
                <a:cs typeface="Calibri" panose="020F0502020204030204"/>
              </a:rPr>
              <a:t>Tolerância</a:t>
            </a:r>
          </a:p>
          <a:p>
            <a:pPr marL="342900" indent="-342900">
              <a:buFont typeface="Arial" panose="020B0604020202020204" pitchFamily="34" charset="0"/>
              <a:buChar char="•"/>
            </a:pPr>
            <a:r>
              <a:rPr lang="pt-BR" sz="2000" b="1" dirty="0">
                <a:solidFill>
                  <a:srgbClr val="003958"/>
                </a:solidFill>
                <a:ea typeface="Calibri" panose="020F0502020204030204"/>
                <a:cs typeface="Calibri" panose="020F0502020204030204"/>
              </a:rPr>
              <a:t>Verossimilhança</a:t>
            </a:r>
          </a:p>
          <a:p>
            <a:pPr marL="342900" indent="-342900">
              <a:buFont typeface="Arial" panose="020B0604020202020204" pitchFamily="34" charset="0"/>
              <a:buChar char="•"/>
            </a:pPr>
            <a:r>
              <a:rPr lang="pt-BR" sz="2000" b="1" dirty="0">
                <a:solidFill>
                  <a:srgbClr val="003958"/>
                </a:solidFill>
                <a:ea typeface="Calibri" panose="020F0502020204030204"/>
                <a:cs typeface="Calibri" panose="020F0502020204030204"/>
              </a:rPr>
              <a:t>Predição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Todas elas tem aplicações bem distintas, vamos ver onde cada caso pode ser aplicado.</a:t>
            </a: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76789491"/>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3E4B2-AEEC-2595-6C06-55DA786A2D19}"/>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AEB537BC-B717-1124-827A-0D3C4A532AE7}"/>
              </a:ext>
            </a:extLst>
          </p:cNvPr>
          <p:cNvSpPr>
            <a:spLocks noGrp="1"/>
          </p:cNvSpPr>
          <p:nvPr>
            <p:ph type="body" idx="13"/>
          </p:nvPr>
        </p:nvSpPr>
        <p:spPr/>
        <p:txBody>
          <a:bodyPr/>
          <a:lstStyle/>
          <a:p>
            <a:r>
              <a:rPr lang="pt-BR" dirty="0"/>
              <a:t>Estimativa Intervalar</a:t>
            </a:r>
            <a:endParaRPr lang="en-US" dirty="0"/>
          </a:p>
        </p:txBody>
      </p:sp>
      <mc:AlternateContent xmlns:mc="http://schemas.openxmlformats.org/markup-compatibility/2006">
        <mc:Choice xmlns:a14="http://schemas.microsoft.com/office/drawing/2010/main" Requires="a14">
          <p:sp>
            <p:nvSpPr>
              <p:cNvPr id="6" name="Espaço Reservado para Texto 5">
                <a:extLst>
                  <a:ext uri="{FF2B5EF4-FFF2-40B4-BE49-F238E27FC236}">
                    <a16:creationId xmlns:a16="http://schemas.microsoft.com/office/drawing/2014/main" id="{E2C86366-4A44-F414-291A-624DB71268B9}"/>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Começando então pela </a:t>
                </a:r>
                <a:r>
                  <a:rPr lang="pt-BR" sz="2000" b="1" dirty="0">
                    <a:solidFill>
                      <a:srgbClr val="003958"/>
                    </a:solidFill>
                    <a:ea typeface="Calibri" panose="020F0502020204030204"/>
                    <a:cs typeface="Calibri" panose="020F0502020204030204"/>
                  </a:rPr>
                  <a:t>tolerância</a:t>
                </a:r>
                <a:r>
                  <a:rPr lang="pt-BR" sz="2000" dirty="0">
                    <a:solidFill>
                      <a:srgbClr val="003958"/>
                    </a:solidFill>
                    <a:ea typeface="Calibri" panose="020F0502020204030204"/>
                    <a:cs typeface="Calibri" panose="020F0502020204030204"/>
                  </a:rPr>
                  <a:t>, que olha obviamente, para cenários que as pessoas querem medir intervalos que não podem ultrapassar determinados limiares, então podemos usar o seguinte exemplo.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Temos um BI, que possuí 400 dashboards, que em média carregam em 6 segundos, com variância de 3.7s, mas queremos garantir que 95% dos clientes carreguem os dashboards em menos de 12 segundos;</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Para conseguir calcular isso, temos a seguinte fórmula:</a:t>
                </a:r>
              </a:p>
              <a:p>
                <a:endParaRPr lang="pt-BR" sz="2000" dirty="0">
                  <a:solidFill>
                    <a:srgbClr val="003958"/>
                  </a:solidFill>
                  <a:ea typeface="Calibri" panose="020F0502020204030204"/>
                  <a:cs typeface="Calibri" panose="020F0502020204030204"/>
                </a:endParaRPr>
              </a:p>
              <a:p>
                <a:pPr algn="ctr"/>
                <a:r>
                  <a:rPr lang="pt-BR" sz="2000" dirty="0">
                    <a:solidFill>
                      <a:srgbClr val="003958"/>
                    </a:solidFill>
                    <a:ea typeface="Calibri" panose="020F0502020204030204"/>
                    <a:cs typeface="Calibri" panose="020F0502020204030204"/>
                  </a:rPr>
                  <a:t>K = </a:t>
                </a:r>
                <a14:m>
                  <m:oMath xmlns:m="http://schemas.openxmlformats.org/officeDocument/2006/math">
                    <m:rad>
                      <m:radPr>
                        <m:degHide m:val="on"/>
                        <m:ctrlPr>
                          <a:rPr lang="pt-BR" sz="2000" i="1" smtClean="0">
                            <a:solidFill>
                              <a:srgbClr val="003958"/>
                            </a:solidFill>
                            <a:latin typeface="Cambria Math" panose="02040503050406030204" pitchFamily="18" charset="0"/>
                            <a:ea typeface="Calibri" panose="020F0502020204030204"/>
                            <a:cs typeface="Calibri" panose="020F0502020204030204"/>
                          </a:rPr>
                        </m:ctrlPr>
                      </m:radPr>
                      <m:deg/>
                      <m:e>
                        <m:f>
                          <m:fPr>
                            <m:ctrlPr>
                              <a:rPr lang="pt-BR" sz="2000" i="1" smtClean="0">
                                <a:solidFill>
                                  <a:srgbClr val="003958"/>
                                </a:solidFill>
                                <a:latin typeface="Cambria Math" panose="02040503050406030204" pitchFamily="18" charset="0"/>
                                <a:ea typeface="Calibri" panose="020F0502020204030204"/>
                                <a:cs typeface="Calibri" panose="020F0502020204030204"/>
                              </a:rPr>
                            </m:ctrlPr>
                          </m:fPr>
                          <m:num>
                            <m:d>
                              <m:dPr>
                                <m:ctrlPr>
                                  <a:rPr lang="pt-BR" sz="2000" b="0" i="1" smtClean="0">
                                    <a:solidFill>
                                      <a:srgbClr val="003958"/>
                                    </a:solidFill>
                                    <a:latin typeface="Cambria Math" panose="02040503050406030204" pitchFamily="18" charset="0"/>
                                    <a:ea typeface="Calibri" panose="020F0502020204030204"/>
                                    <a:cs typeface="Calibri" panose="020F0502020204030204"/>
                                  </a:rPr>
                                </m:ctrlPr>
                              </m:dPr>
                              <m:e>
                                <m:r>
                                  <a:rPr lang="pt-BR" sz="2000" b="0" i="1" smtClean="0">
                                    <a:solidFill>
                                      <a:srgbClr val="003958"/>
                                    </a:solidFill>
                                    <a:latin typeface="Cambria Math" panose="02040503050406030204" pitchFamily="18" charset="0"/>
                                    <a:ea typeface="Calibri" panose="020F0502020204030204"/>
                                    <a:cs typeface="Calibri" panose="020F0502020204030204"/>
                                  </a:rPr>
                                  <m:t>𝑛</m:t>
                                </m:r>
                                <m:r>
                                  <a:rPr lang="pt-BR" sz="2000" b="0" i="1" smtClean="0">
                                    <a:solidFill>
                                      <a:srgbClr val="003958"/>
                                    </a:solidFill>
                                    <a:latin typeface="Cambria Math" panose="02040503050406030204" pitchFamily="18" charset="0"/>
                                    <a:ea typeface="Calibri" panose="020F0502020204030204"/>
                                    <a:cs typeface="Calibri" panose="020F0502020204030204"/>
                                  </a:rPr>
                                  <m:t> −1</m:t>
                                </m:r>
                              </m:e>
                            </m:d>
                            <m:d>
                              <m:dPr>
                                <m:ctrlPr>
                                  <a:rPr lang="pt-BR" sz="2000" b="0" i="1" smtClean="0">
                                    <a:solidFill>
                                      <a:srgbClr val="003958"/>
                                    </a:solidFill>
                                    <a:latin typeface="Cambria Math" panose="02040503050406030204" pitchFamily="18" charset="0"/>
                                    <a:ea typeface="Calibri" panose="020F0502020204030204"/>
                                    <a:cs typeface="Calibri" panose="020F0502020204030204"/>
                                  </a:rPr>
                                </m:ctrlPr>
                              </m:dPr>
                              <m:e>
                                <m:r>
                                  <a:rPr lang="pt-BR" sz="2000" b="0" i="1" smtClean="0">
                                    <a:solidFill>
                                      <a:srgbClr val="003958"/>
                                    </a:solidFill>
                                    <a:latin typeface="Cambria Math" panose="02040503050406030204" pitchFamily="18" charset="0"/>
                                    <a:ea typeface="Calibri" panose="020F0502020204030204"/>
                                    <a:cs typeface="Calibri" panose="020F0502020204030204"/>
                                  </a:rPr>
                                  <m:t> 1+ </m:t>
                                </m:r>
                                <m:f>
                                  <m:fPr>
                                    <m:ctrlPr>
                                      <a:rPr lang="pt-BR" sz="2000" b="0" i="1" smtClean="0">
                                        <a:solidFill>
                                          <a:srgbClr val="003958"/>
                                        </a:solidFill>
                                        <a:latin typeface="Cambria Math" panose="02040503050406030204" pitchFamily="18" charset="0"/>
                                        <a:ea typeface="Calibri" panose="020F0502020204030204"/>
                                        <a:cs typeface="Calibri" panose="020F0502020204030204"/>
                                      </a:rPr>
                                    </m:ctrlPr>
                                  </m:fPr>
                                  <m:num>
                                    <m:r>
                                      <a:rPr lang="pt-BR" sz="2000" b="0" i="1" smtClean="0">
                                        <a:solidFill>
                                          <a:srgbClr val="003958"/>
                                        </a:solidFill>
                                        <a:latin typeface="Cambria Math" panose="02040503050406030204" pitchFamily="18" charset="0"/>
                                        <a:ea typeface="Calibri" panose="020F0502020204030204"/>
                                        <a:cs typeface="Calibri" panose="020F0502020204030204"/>
                                      </a:rPr>
                                      <m:t>1</m:t>
                                    </m:r>
                                  </m:num>
                                  <m:den>
                                    <m:r>
                                      <a:rPr lang="pt-BR" sz="2000" b="0" i="1" smtClean="0">
                                        <a:solidFill>
                                          <a:srgbClr val="003958"/>
                                        </a:solidFill>
                                        <a:latin typeface="Cambria Math" panose="02040503050406030204" pitchFamily="18" charset="0"/>
                                        <a:ea typeface="Calibri" panose="020F0502020204030204"/>
                                        <a:cs typeface="Calibri" panose="020F0502020204030204"/>
                                      </a:rPr>
                                      <m:t>𝑛</m:t>
                                    </m:r>
                                  </m:den>
                                </m:f>
                              </m:e>
                            </m:d>
                            <m:sSup>
                              <m:sSupPr>
                                <m:ctrlPr>
                                  <a:rPr lang="pt-BR" sz="2000" b="0" i="1" smtClean="0">
                                    <a:solidFill>
                                      <a:srgbClr val="003958"/>
                                    </a:solidFill>
                                    <a:latin typeface="Cambria Math" panose="02040503050406030204" pitchFamily="18" charset="0"/>
                                    <a:ea typeface="Calibri" panose="020F0502020204030204"/>
                                    <a:cs typeface="Calibri" panose="020F0502020204030204"/>
                                  </a:rPr>
                                </m:ctrlPr>
                              </m:sSupPr>
                              <m:e>
                                <m:r>
                                  <a:rPr lang="pt-BR" sz="2000" b="0" i="1" smtClean="0">
                                    <a:solidFill>
                                      <a:srgbClr val="003958"/>
                                    </a:solidFill>
                                    <a:latin typeface="Cambria Math" panose="02040503050406030204" pitchFamily="18" charset="0"/>
                                    <a:ea typeface="Calibri" panose="020F0502020204030204"/>
                                    <a:cs typeface="Calibri" panose="020F0502020204030204"/>
                                  </a:rPr>
                                  <m:t>𝑧</m:t>
                                </m:r>
                              </m:e>
                              <m:sup>
                                <m:r>
                                  <a:rPr lang="pt-BR" sz="2000" b="0" i="1" smtClean="0">
                                    <a:solidFill>
                                      <a:srgbClr val="003958"/>
                                    </a:solidFill>
                                    <a:latin typeface="Cambria Math" panose="02040503050406030204" pitchFamily="18" charset="0"/>
                                    <a:ea typeface="Calibri" panose="020F0502020204030204"/>
                                    <a:cs typeface="Calibri" panose="020F0502020204030204"/>
                                  </a:rPr>
                                  <m:t>2</m:t>
                                </m:r>
                              </m:sup>
                            </m:sSup>
                            <m:r>
                              <a:rPr lang="pt-BR" sz="2000" b="0" i="1" smtClean="0">
                                <a:solidFill>
                                  <a:srgbClr val="003958"/>
                                </a:solidFill>
                                <a:latin typeface="Cambria Math" panose="02040503050406030204" pitchFamily="18" charset="0"/>
                                <a:ea typeface="Calibri" panose="020F0502020204030204"/>
                                <a:cs typeface="Calibri" panose="020F0502020204030204"/>
                              </a:rPr>
                              <m:t>𝑝</m:t>
                            </m:r>
                          </m:num>
                          <m:den>
                            <m:sSup>
                              <m:sSupPr>
                                <m:ctrlPr>
                                  <a:rPr lang="pt-BR" sz="2000" b="0" i="1" smtClean="0">
                                    <a:solidFill>
                                      <a:srgbClr val="003958"/>
                                    </a:solidFill>
                                    <a:latin typeface="Cambria Math" panose="02040503050406030204" pitchFamily="18" charset="0"/>
                                    <a:ea typeface="Calibri" panose="020F0502020204030204"/>
                                    <a:cs typeface="Calibri" panose="020F0502020204030204"/>
                                  </a:rPr>
                                </m:ctrlPr>
                              </m:sSupPr>
                              <m:e>
                                <m:r>
                                  <a:rPr lang="pt-BR" sz="2000" b="0" i="1" smtClean="0">
                                    <a:solidFill>
                                      <a:srgbClr val="003958"/>
                                    </a:solidFill>
                                    <a:latin typeface="Cambria Math" panose="02040503050406030204" pitchFamily="18" charset="0"/>
                                    <a:ea typeface="Calibri" panose="020F0502020204030204"/>
                                    <a:cs typeface="Calibri" panose="020F0502020204030204"/>
                                  </a:rPr>
                                  <m:t>𝑥</m:t>
                                </m:r>
                              </m:e>
                              <m:sup>
                                <m:r>
                                  <a:rPr lang="pt-BR" sz="2000" b="0" i="1" smtClean="0">
                                    <a:solidFill>
                                      <a:srgbClr val="003958"/>
                                    </a:solidFill>
                                    <a:latin typeface="Cambria Math" panose="02040503050406030204" pitchFamily="18" charset="0"/>
                                    <a:ea typeface="Calibri" panose="020F0502020204030204"/>
                                    <a:cs typeface="Calibri" panose="020F0502020204030204"/>
                                  </a:rPr>
                                  <m:t>2</m:t>
                                </m:r>
                              </m:sup>
                            </m:sSup>
                            <m:r>
                              <a:rPr lang="pt-BR" sz="2000" b="0" i="1" smtClean="0">
                                <a:solidFill>
                                  <a:srgbClr val="003958"/>
                                </a:solidFill>
                                <a:latin typeface="Cambria Math" panose="02040503050406030204" pitchFamily="18" charset="0"/>
                                <a:ea typeface="Calibri" panose="020F0502020204030204"/>
                                <a:cs typeface="Calibri" panose="020F0502020204030204"/>
                              </a:rPr>
                              <m:t>𝑁</m:t>
                            </m:r>
                            <m:r>
                              <a:rPr lang="pt-BR" sz="2000" b="0" i="1" smtClean="0">
                                <a:solidFill>
                                  <a:srgbClr val="003958"/>
                                </a:solidFill>
                                <a:latin typeface="Cambria Math" panose="02040503050406030204" pitchFamily="18" charset="0"/>
                                <a:ea typeface="Calibri" panose="020F0502020204030204"/>
                                <a:cs typeface="Calibri" panose="020F0502020204030204"/>
                              </a:rPr>
                              <m:t>−1, 1−</m:t>
                            </m:r>
                            <m:r>
                              <m:rPr>
                                <m:sty m:val="p"/>
                              </m:rPr>
                              <a:rPr lang="el-GR" sz="2000" b="0" i="1" smtClean="0">
                                <a:solidFill>
                                  <a:srgbClr val="003958"/>
                                </a:solidFill>
                                <a:latin typeface="Cambria Math" panose="02040503050406030204" pitchFamily="18" charset="0"/>
                                <a:ea typeface="Calibri" panose="020F0502020204030204"/>
                                <a:cs typeface="Calibri" panose="020F0502020204030204"/>
                              </a:rPr>
                              <m:t>α</m:t>
                            </m:r>
                          </m:den>
                        </m:f>
                      </m:e>
                    </m:rad>
                  </m:oMath>
                </a14:m>
                <a:endParaRPr lang="pt-BR" sz="20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p:sp>
            <p:nvSpPr>
              <p:cNvPr id="6" name="Espaço Reservado para Texto 5">
                <a:extLst>
                  <a:ext uri="{FF2B5EF4-FFF2-40B4-BE49-F238E27FC236}">
                    <a16:creationId xmlns:a16="http://schemas.microsoft.com/office/drawing/2014/main" id="{E2C86366-4A44-F414-291A-624DB71268B9}"/>
                  </a:ext>
                </a:extLst>
              </p:cNvPr>
              <p:cNvSpPr>
                <a:spLocks noGrp="1" noRot="1" noChangeAspect="1" noMove="1" noResize="1" noEditPoints="1" noAdjustHandles="1" noChangeArrowheads="1" noChangeShapeType="1" noTextEdit="1"/>
              </p:cNvSpPr>
              <p:nvPr>
                <p:ph type="body" idx="1"/>
              </p:nvPr>
            </p:nvSpPr>
            <p:spPr>
              <a:blipFill>
                <a:blip r:embed="rId2"/>
                <a:stretch>
                  <a:fillRect l="-530" t="-1357" r="-647"/>
                </a:stretch>
              </a:blipFill>
            </p:spPr>
            <p:txBody>
              <a:bodyPr/>
              <a:lstStyle/>
              <a:p>
                <a:r>
                  <a:rPr lang="pt-BR">
                    <a:noFill/>
                  </a:rPr>
                  <a:t> </a:t>
                </a:r>
              </a:p>
            </p:txBody>
          </p:sp>
        </mc:Fallback>
      </mc:AlternateContent>
    </p:spTree>
    <p:extLst>
      <p:ext uri="{BB962C8B-B14F-4D97-AF65-F5344CB8AC3E}">
        <p14:creationId xmlns:p14="http://schemas.microsoft.com/office/powerpoint/2010/main" val="2431510158"/>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6C16C-C6AF-6CD3-BC44-9BD663C90EAE}"/>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FE1BA304-49D9-4ACA-07F6-EB19532FA182}"/>
              </a:ext>
            </a:extLst>
          </p:cNvPr>
          <p:cNvSpPr>
            <a:spLocks noGrp="1"/>
          </p:cNvSpPr>
          <p:nvPr>
            <p:ph type="body" idx="13"/>
          </p:nvPr>
        </p:nvSpPr>
        <p:spPr/>
        <p:txBody>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5BF61C6D-E240-4183-86E4-32732B01591C}"/>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Para essa estimativa precisamos definir dois parâmetros </a:t>
            </a:r>
            <a:r>
              <a:rPr lang="pt-BR" sz="2000" b="1" dirty="0">
                <a:solidFill>
                  <a:srgbClr val="003958"/>
                </a:solidFill>
                <a:ea typeface="Calibri" panose="020F0502020204030204"/>
                <a:cs typeface="Calibri" panose="020F0502020204030204"/>
              </a:rPr>
              <a:t>tolerância</a:t>
            </a:r>
            <a:r>
              <a:rPr lang="pt-BR" sz="2000" dirty="0">
                <a:solidFill>
                  <a:srgbClr val="003958"/>
                </a:solidFill>
                <a:ea typeface="Calibri" panose="020F0502020204030204"/>
                <a:cs typeface="Calibri" panose="020F0502020204030204"/>
              </a:rPr>
              <a:t> e </a:t>
            </a:r>
            <a:r>
              <a:rPr lang="pt-BR" sz="2000" b="1" dirty="0">
                <a:solidFill>
                  <a:srgbClr val="003958"/>
                </a:solidFill>
                <a:ea typeface="Calibri" panose="020F0502020204030204"/>
                <a:cs typeface="Calibri" panose="020F0502020204030204"/>
              </a:rPr>
              <a:t>confiança</a:t>
            </a:r>
            <a:r>
              <a:rPr lang="pt-BR" sz="2000" dirty="0">
                <a:solidFill>
                  <a:srgbClr val="003958"/>
                </a:solidFill>
                <a:ea typeface="Calibri" panose="020F0502020204030204"/>
                <a:cs typeface="Calibri" panose="020F0502020204030204"/>
              </a:rPr>
              <a:t>, que no nosso exemplo iremos utilizar, respectivamente 95% e 90%;</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Vamos para o </a:t>
            </a:r>
            <a:r>
              <a:rPr lang="pt-BR" sz="2000" dirty="0" err="1">
                <a:solidFill>
                  <a:srgbClr val="003958"/>
                </a:solidFill>
                <a:ea typeface="Calibri" panose="020F0502020204030204"/>
                <a:cs typeface="Calibri" panose="020F0502020204030204"/>
              </a:rPr>
              <a:t>python</a:t>
            </a:r>
            <a:r>
              <a:rPr lang="pt-BR" sz="2000" dirty="0">
                <a:solidFill>
                  <a:srgbClr val="003958"/>
                </a:solidFill>
                <a:ea typeface="Calibri" panose="020F0502020204030204"/>
                <a:cs typeface="Calibri" panose="020F0502020204030204"/>
              </a:rPr>
              <a:t> então verificar o código dessa estimativa.</a:t>
            </a:r>
          </a:p>
          <a:p>
            <a:pPr algn="ctr"/>
            <a:endParaRPr lang="pt-BR" sz="2000" dirty="0">
              <a:solidFill>
                <a:srgbClr val="003958"/>
              </a:solidFill>
              <a:ea typeface="Calibri" panose="020F0502020204030204"/>
              <a:cs typeface="Calibri" panose="020F0502020204030204"/>
            </a:endParaRP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2156267052"/>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BA944-3180-6E21-CD69-C77CF86AF6F6}"/>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95D899DC-F093-1F9C-01F9-FDCA8F79C549}"/>
              </a:ext>
            </a:extLst>
          </p:cNvPr>
          <p:cNvSpPr>
            <a:spLocks noGrp="1"/>
          </p:cNvSpPr>
          <p:nvPr>
            <p:ph type="body" idx="13"/>
          </p:nvPr>
        </p:nvSpPr>
        <p:spPr/>
        <p:txBody>
          <a:bodyPr/>
          <a:lstStyle/>
          <a:p>
            <a:r>
              <a:rPr lang="pt-BR" dirty="0"/>
              <a:t>Estimativa Intervalar</a:t>
            </a:r>
            <a:endParaRPr lang="en-US" dirty="0"/>
          </a:p>
        </p:txBody>
      </p:sp>
      <mc:AlternateContent xmlns:mc="http://schemas.openxmlformats.org/markup-compatibility/2006">
        <mc:Choice xmlns:a14="http://schemas.microsoft.com/office/drawing/2010/main" Requires="a14">
          <p:sp>
            <p:nvSpPr>
              <p:cNvPr id="6" name="Espaço Reservado para Texto 5">
                <a:extLst>
                  <a:ext uri="{FF2B5EF4-FFF2-40B4-BE49-F238E27FC236}">
                    <a16:creationId xmlns:a16="http://schemas.microsoft.com/office/drawing/2014/main" id="{C7C482EE-4769-2580-166C-8DE8EFEF7EDD}"/>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 próxima estimativa é a da </a:t>
                </a:r>
                <a:r>
                  <a:rPr lang="pt-BR" sz="2000" b="1" dirty="0">
                    <a:solidFill>
                      <a:srgbClr val="003958"/>
                    </a:solidFill>
                    <a:ea typeface="Calibri" panose="020F0502020204030204"/>
                    <a:cs typeface="Calibri" panose="020F0502020204030204"/>
                  </a:rPr>
                  <a:t>verossimilhança</a:t>
                </a:r>
                <a:r>
                  <a:rPr lang="pt-BR" sz="2000" dirty="0">
                    <a:solidFill>
                      <a:srgbClr val="003958"/>
                    </a:solidFill>
                    <a:ea typeface="Calibri" panose="020F0502020204030204"/>
                    <a:cs typeface="Calibri" panose="020F0502020204030204"/>
                  </a:rPr>
                  <a:t>, que vai olhar para a confiança de algo ocorrer ou não, olhando para Poisson como olhamos nas últimas aulas, verificando os erros para entender o quão confiável algo pode ser;</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A sua fórmula é complexa, bem próxima do </a:t>
                </a:r>
                <a:r>
                  <a:rPr lang="pt-BR" sz="2000" dirty="0" err="1">
                    <a:solidFill>
                      <a:srgbClr val="003958"/>
                    </a:solidFill>
                    <a:ea typeface="Calibri" panose="020F0502020204030204"/>
                    <a:cs typeface="Calibri" panose="020F0502020204030204"/>
                  </a:rPr>
                  <a:t>qui</a:t>
                </a:r>
                <a:r>
                  <a:rPr lang="pt-BR" sz="2000" dirty="0">
                    <a:solidFill>
                      <a:srgbClr val="003958"/>
                    </a:solidFill>
                    <a:ea typeface="Calibri" panose="020F0502020204030204"/>
                    <a:cs typeface="Calibri" panose="020F0502020204030204"/>
                  </a:rPr>
                  <a:t>-quadrado, tanto que nem iremos se preocupar a se incomodar a tentar calcular ela, vamos direto para o nosso exemplo prático.</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Mas para esse cenário vamos imaginar o seguinte exemplo: “Temos containers </a:t>
                </a:r>
                <a:r>
                  <a:rPr lang="pt-BR" sz="2000" dirty="0" err="1">
                    <a:solidFill>
                      <a:srgbClr val="003958"/>
                    </a:solidFill>
                    <a:ea typeface="Calibri" panose="020F0502020204030204"/>
                    <a:cs typeface="Calibri" panose="020F0502020204030204"/>
                  </a:rPr>
                  <a:t>Dockers</a:t>
                </a:r>
                <a:r>
                  <a:rPr lang="pt-BR" sz="2000" dirty="0">
                    <a:solidFill>
                      <a:srgbClr val="003958"/>
                    </a:solidFill>
                    <a:ea typeface="Calibri" panose="020F0502020204030204"/>
                    <a:cs typeface="Calibri" panose="020F0502020204030204"/>
                  </a:rPr>
                  <a:t> em máquinas AWS e durante às últimas 10 mil horas 50 desses containers falharam, sendo assim como podemos estimar </a:t>
                </a:r>
                <a14:m>
                  <m:oMath xmlns:m="http://schemas.openxmlformats.org/officeDocument/2006/math">
                    <m:r>
                      <m:rPr>
                        <m:sty m:val="p"/>
                      </m:rPr>
                      <a:rPr lang="el-GR" sz="2000" i="1" smtClean="0">
                        <a:solidFill>
                          <a:srgbClr val="003958"/>
                        </a:solidFill>
                        <a:latin typeface="Cambria Math" panose="02040503050406030204" pitchFamily="18" charset="0"/>
                        <a:ea typeface="Calibri" panose="020F0502020204030204"/>
                        <a:cs typeface="Calibri" panose="020F0502020204030204"/>
                      </a:rPr>
                      <m:t>λ</m:t>
                    </m:r>
                  </m:oMath>
                </a14:m>
                <a:r>
                  <a:rPr lang="pt-BR" sz="2000" dirty="0">
                    <a:solidFill>
                      <a:srgbClr val="003958"/>
                    </a:solidFill>
                    <a:ea typeface="Calibri" panose="020F0502020204030204"/>
                    <a:cs typeface="Calibri" panose="020F0502020204030204"/>
                  </a:rPr>
                  <a:t> (taxa/hora de falha);</a:t>
                </a:r>
              </a:p>
              <a:p>
                <a:pPr algn="ctr"/>
                <a:r>
                  <a:rPr lang="pt-BR" sz="2000" dirty="0">
                    <a:solidFill>
                      <a:srgbClr val="003958"/>
                    </a:solidFill>
                    <a:ea typeface="Calibri" panose="020F0502020204030204"/>
                    <a:cs typeface="Calibri" panose="020F0502020204030204"/>
                  </a:rPr>
                  <a:t> </a:t>
                </a: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mc:Choice>
        <mc:Fallback>
          <p:sp>
            <p:nvSpPr>
              <p:cNvPr id="6" name="Espaço Reservado para Texto 5">
                <a:extLst>
                  <a:ext uri="{FF2B5EF4-FFF2-40B4-BE49-F238E27FC236}">
                    <a16:creationId xmlns:a16="http://schemas.microsoft.com/office/drawing/2014/main" id="{C7C482EE-4769-2580-166C-8DE8EFEF7EDD}"/>
                  </a:ext>
                </a:extLst>
              </p:cNvPr>
              <p:cNvSpPr>
                <a:spLocks noGrp="1" noRot="1" noChangeAspect="1" noMove="1" noResize="1" noEditPoints="1" noAdjustHandles="1" noChangeArrowheads="1" noChangeShapeType="1" noTextEdit="1"/>
              </p:cNvSpPr>
              <p:nvPr>
                <p:ph type="body" idx="1"/>
              </p:nvPr>
            </p:nvSpPr>
            <p:spPr>
              <a:blipFill>
                <a:blip r:embed="rId2"/>
                <a:stretch>
                  <a:fillRect l="-530" t="-1357" r="-824"/>
                </a:stretch>
              </a:blipFill>
            </p:spPr>
            <p:txBody>
              <a:bodyPr/>
              <a:lstStyle/>
              <a:p>
                <a:r>
                  <a:rPr lang="pt-BR">
                    <a:noFill/>
                  </a:rPr>
                  <a:t> </a:t>
                </a:r>
              </a:p>
            </p:txBody>
          </p:sp>
        </mc:Fallback>
      </mc:AlternateContent>
      <p:pic>
        <p:nvPicPr>
          <p:cNvPr id="3" name="Imagem 2">
            <a:extLst>
              <a:ext uri="{FF2B5EF4-FFF2-40B4-BE49-F238E27FC236}">
                <a16:creationId xmlns:a16="http://schemas.microsoft.com/office/drawing/2014/main" id="{5CF5D09D-A13D-0261-A33E-043D10DF1207}"/>
              </a:ext>
            </a:extLst>
          </p:cNvPr>
          <p:cNvPicPr>
            <a:picLocks noChangeAspect="1"/>
          </p:cNvPicPr>
          <p:nvPr/>
        </p:nvPicPr>
        <p:blipFill>
          <a:blip r:embed="rId3"/>
          <a:stretch>
            <a:fillRect/>
          </a:stretch>
        </p:blipFill>
        <p:spPr>
          <a:xfrm>
            <a:off x="4010846" y="4042776"/>
            <a:ext cx="4000545" cy="444506"/>
          </a:xfrm>
          <a:prstGeom prst="rect">
            <a:avLst/>
          </a:prstGeom>
        </p:spPr>
      </p:pic>
    </p:spTree>
    <p:extLst>
      <p:ext uri="{BB962C8B-B14F-4D97-AF65-F5344CB8AC3E}">
        <p14:creationId xmlns:p14="http://schemas.microsoft.com/office/powerpoint/2010/main" val="3279020210"/>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1ED8A-0039-4BB1-9ADB-0A887CE88505}"/>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8C55CDC3-D17B-899D-B9F0-B367A9958132}"/>
              </a:ext>
            </a:extLst>
          </p:cNvPr>
          <p:cNvSpPr>
            <a:spLocks noGrp="1"/>
          </p:cNvSpPr>
          <p:nvPr>
            <p:ph type="body" idx="13"/>
          </p:nvPr>
        </p:nvSpPr>
        <p:spPr/>
        <p:txBody>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E7AAE092-ECC3-CC65-83DD-8D7F75B39E75}"/>
              </a:ext>
            </a:extLst>
          </p:cNvPr>
          <p:cNvSpPr>
            <a:spLocks noGrp="1"/>
          </p:cNvSpPr>
          <p:nvPr>
            <p:ph type="body" idx="1"/>
          </p:nvPr>
        </p:nvSpPr>
        <p:spPr/>
        <p:txBody>
          <a:bodyPr vert="horz" lIns="91440" tIns="45720" rIns="91440" bIns="45720" rtlCol="0" anchor="t">
            <a:noAutofit/>
          </a:bodyPr>
          <a:lstStyle/>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Esses cenários são chamados de </a:t>
            </a:r>
            <a:r>
              <a:rPr lang="pt-BR" sz="2000" i="1" dirty="0" err="1">
                <a:solidFill>
                  <a:srgbClr val="003958"/>
                </a:solidFill>
                <a:ea typeface="Calibri" panose="020F0502020204030204"/>
                <a:cs typeface="Calibri" panose="020F0502020204030204"/>
              </a:rPr>
              <a:t>uptime</a:t>
            </a:r>
            <a:r>
              <a:rPr lang="pt-BR" sz="2000" dirty="0">
                <a:solidFill>
                  <a:srgbClr val="003958"/>
                </a:solidFill>
                <a:ea typeface="Calibri" panose="020F0502020204030204"/>
                <a:cs typeface="Calibri" panose="020F0502020204030204"/>
              </a:rPr>
              <a:t>, o quanto as máquinas ficam 100% ativas, uma vez que quem compra essas máquinas desejam suas aplicações estejam no ar o máximo do tempo possível;</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Claro que aqui também colocamos nosso parâmetro de confiança (geralmente 95%);</a:t>
            </a:r>
          </a:p>
          <a:p>
            <a:pPr marL="342900" indent="-342900">
              <a:buFont typeface="Arial" panose="020B0604020202020204" pitchFamily="34" charset="0"/>
              <a:buChar char="•"/>
            </a:pPr>
            <a:endParaRPr lang="pt-BR" sz="20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r>
              <a:rPr lang="pt-BR" sz="2000" dirty="0">
                <a:solidFill>
                  <a:srgbClr val="003958"/>
                </a:solidFill>
                <a:ea typeface="Calibri" panose="020F0502020204030204"/>
                <a:cs typeface="Calibri" panose="020F0502020204030204"/>
              </a:rPr>
              <a:t>Vamos ao </a:t>
            </a:r>
            <a:r>
              <a:rPr lang="pt-BR" sz="2000" dirty="0" err="1">
                <a:solidFill>
                  <a:srgbClr val="003958"/>
                </a:solidFill>
                <a:ea typeface="Calibri" panose="020F0502020204030204"/>
                <a:cs typeface="Calibri" panose="020F0502020204030204"/>
              </a:rPr>
              <a:t>python</a:t>
            </a:r>
            <a:r>
              <a:rPr lang="pt-BR" sz="2000" dirty="0">
                <a:solidFill>
                  <a:srgbClr val="003958"/>
                </a:solidFill>
                <a:ea typeface="Calibri" panose="020F0502020204030204"/>
                <a:cs typeface="Calibri" panose="020F0502020204030204"/>
              </a:rPr>
              <a:t> também.</a:t>
            </a:r>
          </a:p>
          <a:p>
            <a:pPr algn="ctr"/>
            <a:r>
              <a:rPr lang="pt-BR" sz="2000" dirty="0">
                <a:solidFill>
                  <a:srgbClr val="003958"/>
                </a:solidFill>
                <a:ea typeface="Calibri" panose="020F0502020204030204"/>
                <a:cs typeface="Calibri" panose="020F0502020204030204"/>
              </a:rPr>
              <a:t> </a:t>
            </a:r>
          </a:p>
          <a:p>
            <a:pPr marL="342900" indent="-342900">
              <a:buChar char="•"/>
            </a:pPr>
            <a:endParaRPr lang="pt-BR" sz="1800" dirty="0">
              <a:solidFill>
                <a:srgbClr val="003958"/>
              </a:solidFill>
              <a:ea typeface="Calibri" panose="020F0502020204030204"/>
              <a:cs typeface="Calibri" panose="020F0502020204030204"/>
            </a:endParaRPr>
          </a:p>
          <a:p>
            <a:pPr lvl="1"/>
            <a:endParaRPr lang="pt-BR" sz="2200" dirty="0">
              <a:solidFill>
                <a:srgbClr val="003958"/>
              </a:solidFill>
              <a:ea typeface="Calibri" panose="020F0502020204030204"/>
              <a:cs typeface="Calibri" panose="020F0502020204030204"/>
            </a:endParaRPr>
          </a:p>
          <a:p>
            <a:pPr marL="342900" indent="-342900">
              <a:buFont typeface="Arial" panose="020B0604020202020204" pitchFamily="34" charset="0"/>
              <a:buChar char="•"/>
            </a:pPr>
            <a:endParaRPr lang="pt-BR" sz="2200" dirty="0">
              <a:solidFill>
                <a:srgbClr val="003958"/>
              </a:solidFill>
              <a:ea typeface="Calibri" panose="020F0502020204030204"/>
              <a:cs typeface="Calibri" panose="020F0502020204030204"/>
            </a:endParaRPr>
          </a:p>
        </p:txBody>
      </p:sp>
    </p:spTree>
    <p:extLst>
      <p:ext uri="{BB962C8B-B14F-4D97-AF65-F5344CB8AC3E}">
        <p14:creationId xmlns:p14="http://schemas.microsoft.com/office/powerpoint/2010/main" val="2819079515"/>
      </p:ext>
    </p:extLst>
  </p:cSld>
  <p:clrMapOvr>
    <a:masterClrMapping/>
  </p:clrMapOvr>
  <mc:AlternateContent xmlns:mc="http://schemas.openxmlformats.org/markup-compatibility/2006">
    <mc:Choice xmlns:p14="http://schemas.microsoft.com/office/powerpoint/2010/main" Requires="p14">
      <p:transition spd="slow" p14:dur="2000" advTm="191385"/>
    </mc:Choice>
    <mc:Fallback>
      <p:transition spd="slow" advTm="191385"/>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fontScale="92500" lnSpcReduction="10000"/>
          </a:bodyPr>
          <a:lstStyle/>
          <a:p>
            <a:pPr marL="342900" indent="-342900">
              <a:buFont typeface="Arial" panose="020B0604020202020204" pitchFamily="34" charset="0"/>
              <a:buChar char="•"/>
            </a:pPr>
            <a:r>
              <a:rPr lang="pt-BR" sz="2200" dirty="0">
                <a:solidFill>
                  <a:srgbClr val="003958"/>
                </a:solidFill>
              </a:rPr>
              <a:t>Nossa última estimativa são aquelas que fazem predições, ou previsões e aqui estaremos chegando perto de Data Science;</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Claro, uma previsão extremamente exata sobre o futuro é impossível, porém para fenômenos conhecidos e modelados matematicamente é extremamente provável prever os seus comportamentos;</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Por exemplo, sabemos a trajetória da terra em relação ao Sol, então podemos com certeza, com uma precisão extremamente grande saber por onde o Sol irá passar em uma determinada data;</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Isso porque em algum momento, alguém modelou, em uma fórmula matemática, a relação entre a velocidade em que o planeta se mexe e a curvatura que a gravidade do Sol exerce sobre o Sol.</a:t>
            </a:r>
          </a:p>
        </p:txBody>
      </p:sp>
    </p:spTree>
    <p:extLst>
      <p:ext uri="{BB962C8B-B14F-4D97-AF65-F5344CB8AC3E}">
        <p14:creationId xmlns:p14="http://schemas.microsoft.com/office/powerpoint/2010/main" val="2393965809"/>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É evidente dizer que o deslocamento do planeta não é dependente apenas dessas duas variáveis, porém no nosso dia-a-dia vemos diversos fenômenos que são impactados diretamente, ou principalmente, por apenas um outro;</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E vimos até alguns desses fenômenos durante as nossas aulas, quando calculamos a correlação, buscávamos entre duas variáveis a percepção de causalidade;</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Ou seja, que uma variável causava um resultado imediato em uma outra;</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Para eventos assim, podemos utilizar, o que chamamos de modelos de regressão, que basicamente vai analisar todo o contexto passado de duas ou mais variáveis, tentar modelar uma fórmula matemática, para que assim valores futuros possam ser previstos.</a:t>
            </a:r>
          </a:p>
        </p:txBody>
      </p:sp>
    </p:spTree>
    <p:extLst>
      <p:ext uri="{BB962C8B-B14F-4D97-AF65-F5344CB8AC3E}">
        <p14:creationId xmlns:p14="http://schemas.microsoft.com/office/powerpoint/2010/main" val="2558578022"/>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Quando temos  apenas duas variáveis envolvidas no contexto, vamos dar o nome </a:t>
            </a:r>
            <a:r>
              <a:rPr lang="pt-BR" sz="2000" b="1" dirty="0">
                <a:solidFill>
                  <a:srgbClr val="003958"/>
                </a:solidFill>
              </a:rPr>
              <a:t>Modelos de Regressão Simples </a:t>
            </a:r>
            <a:r>
              <a:rPr lang="pt-BR" sz="2000" dirty="0">
                <a:solidFill>
                  <a:srgbClr val="003958"/>
                </a:solidFill>
              </a:rPr>
              <a:t>e quando temos mais variáveis, vamos dar o nome de </a:t>
            </a:r>
            <a:r>
              <a:rPr lang="pt-BR" sz="2000" b="1" dirty="0">
                <a:solidFill>
                  <a:srgbClr val="003958"/>
                </a:solidFill>
              </a:rPr>
              <a:t>Modelos de Regressão Múltipla</a:t>
            </a:r>
            <a:r>
              <a:rPr lang="pt-BR" sz="2000" dirty="0">
                <a:solidFill>
                  <a:srgbClr val="003958"/>
                </a:solidFill>
              </a:rPr>
              <a:t>;</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Dentre os muitos modelos de regressão disponíveis, veremos o mais básico, Regressão Linear, portanto veremos Regressão Linear Simples e Múltipla.</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p:txBody>
      </p:sp>
    </p:spTree>
    <p:extLst>
      <p:ext uri="{BB962C8B-B14F-4D97-AF65-F5344CB8AC3E}">
        <p14:creationId xmlns:p14="http://schemas.microsoft.com/office/powerpoint/2010/main" val="1154449297"/>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fontScale="92500" lnSpcReduction="20000"/>
          </a:bodyPr>
          <a:lstStyle/>
          <a:p>
            <a:pPr marL="342900" indent="-342900">
              <a:buFont typeface="Arial" panose="020B0604020202020204" pitchFamily="34" charset="0"/>
              <a:buChar char="•"/>
            </a:pPr>
            <a:r>
              <a:rPr lang="pt-BR" sz="2200" dirty="0">
                <a:solidFill>
                  <a:srgbClr val="003958"/>
                </a:solidFill>
              </a:rPr>
              <a:t>O modelo de regressão linear simples, visa criar uma distribuição, onde o resultado dessa modelagem seja uma fórmula matemática de primeiro grau.</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E é chamado de linear simplesmente porque ele tende a traçar uma “reta” na distribuição, para assim buscar um padrão, como nas imagens abaixo.</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Bom e como que se parece uma equação de primeiro Grau?</a:t>
            </a:r>
          </a:p>
          <a:p>
            <a:pPr marL="342900" indent="-342900">
              <a:buFont typeface="Arial" panose="020B0604020202020204" pitchFamily="34" charset="0"/>
              <a:buChar char="•"/>
            </a:pPr>
            <a:endParaRPr lang="pt-BR" dirty="0"/>
          </a:p>
        </p:txBody>
      </p:sp>
      <p:pic>
        <p:nvPicPr>
          <p:cNvPr id="3" name="Imagem 2" descr="Uma imagem contendo luz, escuro, pendurado, noite&#10;&#10;Descrição gerada automaticamente">
            <a:extLst>
              <a:ext uri="{FF2B5EF4-FFF2-40B4-BE49-F238E27FC236}">
                <a16:creationId xmlns:a16="http://schemas.microsoft.com/office/drawing/2014/main" id="{BFEDFA22-3B50-49C3-9483-52D575E3B3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89239" y="3525623"/>
            <a:ext cx="3317056" cy="2653645"/>
          </a:xfrm>
          <a:prstGeom prst="rect">
            <a:avLst/>
          </a:prstGeom>
        </p:spPr>
      </p:pic>
      <p:pic>
        <p:nvPicPr>
          <p:cNvPr id="9" name="Imagem 8" descr="Mapa com linhas pretas em fundo branco&#10;&#10;Descrição gerada automaticamente">
            <a:extLst>
              <a:ext uri="{FF2B5EF4-FFF2-40B4-BE49-F238E27FC236}">
                <a16:creationId xmlns:a16="http://schemas.microsoft.com/office/drawing/2014/main" id="{A9157A03-872C-4ACE-B567-C9AA2A008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3919" y="3606349"/>
            <a:ext cx="3190470" cy="2280688"/>
          </a:xfrm>
          <a:prstGeom prst="rect">
            <a:avLst/>
          </a:prstGeom>
        </p:spPr>
      </p:pic>
    </p:spTree>
    <p:extLst>
      <p:ext uri="{BB962C8B-B14F-4D97-AF65-F5344CB8AC3E}">
        <p14:creationId xmlns:p14="http://schemas.microsoft.com/office/powerpoint/2010/main" val="4010066885"/>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Um equação de primeiro grau é assim:</a:t>
            </a:r>
            <a:br>
              <a:rPr lang="pt-BR" sz="2000" dirty="0">
                <a:solidFill>
                  <a:srgbClr val="003958"/>
                </a:solidFill>
              </a:rPr>
            </a:br>
            <a:endParaRPr lang="pt-BR" sz="2000" dirty="0">
              <a:solidFill>
                <a:srgbClr val="003958"/>
              </a:solidFill>
            </a:endParaRPr>
          </a:p>
          <a:p>
            <a:pPr marL="800100" lvl="1" indent="-342900">
              <a:buFont typeface="Arial" panose="020B0604020202020204" pitchFamily="34" charset="0"/>
              <a:buChar char="•"/>
            </a:pPr>
            <a:r>
              <a:rPr lang="pt-BR" dirty="0">
                <a:solidFill>
                  <a:srgbClr val="003958"/>
                </a:solidFill>
              </a:rPr>
              <a:t>Resultado =  </a:t>
            </a:r>
            <a:r>
              <a:rPr lang="pt-BR" dirty="0" err="1">
                <a:solidFill>
                  <a:srgbClr val="003958"/>
                </a:solidFill>
              </a:rPr>
              <a:t>ConstanteA</a:t>
            </a:r>
            <a:r>
              <a:rPr lang="pt-BR" dirty="0">
                <a:solidFill>
                  <a:srgbClr val="003958"/>
                </a:solidFill>
              </a:rPr>
              <a:t> + </a:t>
            </a:r>
            <a:r>
              <a:rPr lang="pt-BR" dirty="0" err="1">
                <a:solidFill>
                  <a:srgbClr val="003958"/>
                </a:solidFill>
              </a:rPr>
              <a:t>ConstanteB</a:t>
            </a:r>
            <a:r>
              <a:rPr lang="pt-BR" dirty="0">
                <a:solidFill>
                  <a:srgbClr val="003958"/>
                </a:solidFill>
              </a:rPr>
              <a:t> * X</a:t>
            </a:r>
          </a:p>
          <a:p>
            <a:pPr marL="800100" lvl="1" indent="-342900">
              <a:buFont typeface="Arial" panose="020B0604020202020204" pitchFamily="34" charset="0"/>
              <a:buChar char="•"/>
            </a:pPr>
            <a:endParaRPr lang="pt-BR" dirty="0">
              <a:solidFill>
                <a:srgbClr val="003958"/>
              </a:solidFill>
            </a:endParaRPr>
          </a:p>
          <a:p>
            <a:pPr marL="800100" lvl="1" indent="-342900">
              <a:buFont typeface="Arial" panose="020B0604020202020204" pitchFamily="34" charset="0"/>
              <a:buChar char="•"/>
            </a:pPr>
            <a:r>
              <a:rPr lang="pt-BR" dirty="0">
                <a:solidFill>
                  <a:srgbClr val="003958"/>
                </a:solidFill>
              </a:rPr>
              <a:t>Ou como vemos nas aulas de matemática:</a:t>
            </a:r>
          </a:p>
          <a:p>
            <a:pPr marL="800100" lvl="1" indent="-342900">
              <a:buFont typeface="Arial" panose="020B0604020202020204" pitchFamily="34" charset="0"/>
              <a:buChar char="•"/>
            </a:pPr>
            <a:endParaRPr lang="pt-BR" dirty="0">
              <a:solidFill>
                <a:srgbClr val="003958"/>
              </a:solidFill>
            </a:endParaRPr>
          </a:p>
          <a:p>
            <a:pPr marL="800100" lvl="1" indent="-342900">
              <a:buFont typeface="Arial" panose="020B0604020202020204" pitchFamily="34" charset="0"/>
              <a:buChar char="•"/>
            </a:pPr>
            <a:r>
              <a:rPr lang="pt-BR" dirty="0">
                <a:solidFill>
                  <a:srgbClr val="003958"/>
                </a:solidFill>
              </a:rPr>
              <a:t>Y = a + </a:t>
            </a:r>
            <a:r>
              <a:rPr lang="pt-BR" dirty="0" err="1">
                <a:solidFill>
                  <a:srgbClr val="003958"/>
                </a:solidFill>
              </a:rPr>
              <a:t>bx</a:t>
            </a:r>
            <a:endParaRPr lang="pt-BR" dirty="0">
              <a:solidFill>
                <a:srgbClr val="003958"/>
              </a:solidFill>
            </a:endParaRPr>
          </a:p>
          <a:p>
            <a:pPr marL="1257300" lvl="2"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E a Regressão Linear Simples busca através de dados históricos “aprender” que fórmula é essa.</a:t>
            </a:r>
          </a:p>
        </p:txBody>
      </p:sp>
    </p:spTree>
    <p:extLst>
      <p:ext uri="{BB962C8B-B14F-4D97-AF65-F5344CB8AC3E}">
        <p14:creationId xmlns:p14="http://schemas.microsoft.com/office/powerpoint/2010/main" val="1267382636"/>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Autofit/>
          </a:bodyPr>
          <a:lstStyle/>
          <a:p>
            <a:pPr marL="342900" indent="-342900">
              <a:buFont typeface="Arial" panose="020B0604020202020204" pitchFamily="34" charset="0"/>
              <a:buChar char="•"/>
            </a:pPr>
            <a:r>
              <a:rPr lang="pt-BR" sz="2000" dirty="0">
                <a:solidFill>
                  <a:srgbClr val="003958"/>
                </a:solidFill>
              </a:rPr>
              <a:t>Provavelmente nas aulas de matemática você já tenha feito regressão linear simples, mais ou menos como no exemplo abaixo:</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Ache a função de primeiro grau pros seguintes valores:</a:t>
            </a:r>
          </a:p>
          <a:p>
            <a:r>
              <a:rPr lang="pt-BR" sz="2000" dirty="0">
                <a:solidFill>
                  <a:srgbClr val="003958"/>
                </a:solidFill>
              </a:rPr>
              <a:t>                                 Y | X</a:t>
            </a:r>
            <a:br>
              <a:rPr lang="pt-BR" sz="2000" dirty="0">
                <a:solidFill>
                  <a:srgbClr val="003958"/>
                </a:solidFill>
              </a:rPr>
            </a:br>
            <a:r>
              <a:rPr lang="pt-BR" sz="2000" dirty="0">
                <a:solidFill>
                  <a:srgbClr val="003958"/>
                </a:solidFill>
              </a:rPr>
              <a:t>                                 19|4</a:t>
            </a:r>
            <a:br>
              <a:rPr lang="pt-BR" sz="2000" dirty="0">
                <a:solidFill>
                  <a:srgbClr val="003958"/>
                </a:solidFill>
              </a:rPr>
            </a:br>
            <a:r>
              <a:rPr lang="pt-BR" sz="2000" dirty="0">
                <a:solidFill>
                  <a:srgbClr val="003958"/>
                </a:solidFill>
              </a:rPr>
              <a:t>                                 14|3</a:t>
            </a:r>
          </a:p>
          <a:p>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Então era feito:                                                        Depois:</a:t>
            </a:r>
          </a:p>
          <a:p>
            <a:pPr marL="342900" indent="-342900">
              <a:buFont typeface="Arial" panose="020B0604020202020204" pitchFamily="34" charset="0"/>
              <a:buChar char="•"/>
            </a:pPr>
            <a:r>
              <a:rPr lang="pt-BR" sz="2000" dirty="0">
                <a:solidFill>
                  <a:srgbClr val="003958"/>
                </a:solidFill>
              </a:rPr>
              <a:t>19 = a + b*4                                                               a = 19 – b*4 </a:t>
            </a:r>
            <a:br>
              <a:rPr lang="pt-BR" sz="2000" dirty="0">
                <a:solidFill>
                  <a:srgbClr val="003958"/>
                </a:solidFill>
              </a:rPr>
            </a:br>
            <a:r>
              <a:rPr lang="pt-BR" sz="2000" dirty="0">
                <a:solidFill>
                  <a:srgbClr val="003958"/>
                </a:solidFill>
              </a:rPr>
              <a:t>14 = a + b*3                                                               14 = (19 – b*4) + b*3</a:t>
            </a:r>
            <a:br>
              <a:rPr lang="pt-BR" sz="2000" dirty="0">
                <a:solidFill>
                  <a:srgbClr val="003958"/>
                </a:solidFill>
              </a:rPr>
            </a:br>
            <a:r>
              <a:rPr lang="pt-BR" sz="2000" dirty="0">
                <a:solidFill>
                  <a:srgbClr val="003958"/>
                </a:solidFill>
              </a:rPr>
              <a:t>                                                                                     -5 = -b ou b = 5</a:t>
            </a:r>
            <a:br>
              <a:rPr lang="pt-BR" sz="2000" dirty="0">
                <a:solidFill>
                  <a:srgbClr val="003958"/>
                </a:solidFill>
              </a:rPr>
            </a:br>
            <a:r>
              <a:rPr lang="pt-BR" sz="2000" dirty="0">
                <a:solidFill>
                  <a:srgbClr val="003958"/>
                </a:solidFill>
              </a:rPr>
              <a:t>                                                                                     a = 19 – 5*4</a:t>
            </a:r>
            <a:br>
              <a:rPr lang="pt-BR" sz="2000" dirty="0">
                <a:solidFill>
                  <a:srgbClr val="003958"/>
                </a:solidFill>
              </a:rPr>
            </a:br>
            <a:r>
              <a:rPr lang="pt-BR" sz="2000" dirty="0">
                <a:solidFill>
                  <a:srgbClr val="003958"/>
                </a:solidFill>
              </a:rPr>
              <a:t>                                                                                     a = -1</a:t>
            </a:r>
          </a:p>
        </p:txBody>
      </p:sp>
    </p:spTree>
    <p:extLst>
      <p:ext uri="{BB962C8B-B14F-4D97-AF65-F5344CB8AC3E}">
        <p14:creationId xmlns:p14="http://schemas.microsoft.com/office/powerpoint/2010/main" val="2907781345"/>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fontScale="92500" lnSpcReduction="20000"/>
          </a:bodyPr>
          <a:lstStyle/>
          <a:p>
            <a:pPr marL="342900" indent="-342900">
              <a:buFont typeface="Arial" panose="020B0604020202020204" pitchFamily="34" charset="0"/>
              <a:buChar char="•"/>
            </a:pPr>
            <a:r>
              <a:rPr lang="pt-BR" sz="2200" dirty="0">
                <a:solidFill>
                  <a:srgbClr val="003958"/>
                </a:solidFill>
              </a:rPr>
              <a:t>Pra dois valores e na aula de matemática era fácil né, bom agora façam para uma distribuição de sensores com milhares de resultados entre uma variável e outra;</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Bom, provavelmente alguns de vocês podem dizer que isso não seria possível, pois nem sempre os resultados darão sempre conforme a reta calculada, e é exatamente isso, para isso temos modelos mais complexos;</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O que a regressão linear simples, é buscar com o menor esforço, a fórmula que relacione duas variáveis;</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E como nada no mundo é perfeito, temos uma taxa de erro;</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Se acostumem daqui pra frente em todos os modelos que formos trabalhar a entender que todo modelo tem um valor de erro.</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3706377428"/>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E existem diversos tipos de erros a serem considerados, cada um olhando para uma questão estatística diferente, erro médio quadrático, erro mínimo quadrado ordinário e assim por diante...</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Não precisamos se ater à teoria, mas foquem que quanto menor o valor de erro, mais próximo de acertar a previsão o seu modelo está.</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Para a regressão linear simples no </a:t>
            </a:r>
            <a:r>
              <a:rPr lang="pt-BR" sz="2000" dirty="0" err="1">
                <a:solidFill>
                  <a:srgbClr val="003958"/>
                </a:solidFill>
              </a:rPr>
              <a:t>python</a:t>
            </a:r>
            <a:r>
              <a:rPr lang="pt-BR" sz="2000" dirty="0">
                <a:solidFill>
                  <a:srgbClr val="003958"/>
                </a:solidFill>
              </a:rPr>
              <a:t> iremos utilizar o método de erro de mínimos quadrados ordinários (em inglês </a:t>
            </a:r>
            <a:r>
              <a:rPr lang="pt-BR" sz="2000" dirty="0" err="1">
                <a:solidFill>
                  <a:srgbClr val="003958"/>
                </a:solidFill>
              </a:rPr>
              <a:t>Ordinary</a:t>
            </a:r>
            <a:r>
              <a:rPr lang="pt-BR" sz="2000" dirty="0">
                <a:solidFill>
                  <a:srgbClr val="003958"/>
                </a:solidFill>
              </a:rPr>
              <a:t> </a:t>
            </a:r>
            <a:r>
              <a:rPr lang="pt-BR" sz="2000" dirty="0" err="1">
                <a:solidFill>
                  <a:srgbClr val="003958"/>
                </a:solidFill>
              </a:rPr>
              <a:t>Least</a:t>
            </a:r>
            <a:r>
              <a:rPr lang="pt-BR" sz="2000" dirty="0">
                <a:solidFill>
                  <a:srgbClr val="003958"/>
                </a:solidFill>
              </a:rPr>
              <a:t> </a:t>
            </a:r>
            <a:r>
              <a:rPr lang="pt-BR" sz="2000" dirty="0" err="1">
                <a:solidFill>
                  <a:srgbClr val="003958"/>
                </a:solidFill>
              </a:rPr>
              <a:t>Squares</a:t>
            </a:r>
            <a:r>
              <a:rPr lang="pt-BR" sz="2000" dirty="0">
                <a:solidFill>
                  <a:srgbClr val="003958"/>
                </a:solidFill>
              </a:rPr>
              <a:t> - OLS).</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Onde, ele tentará buscar a reta que menos resíduo resultar na fórmula. E quando falo de resíduo estamos falando de erro.</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825935311"/>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fontScale="92500" lnSpcReduction="20000"/>
          </a:bodyPr>
          <a:lstStyle/>
          <a:p>
            <a:pPr marL="342900" indent="-342900">
              <a:buFont typeface="Arial" panose="020B0604020202020204" pitchFamily="34" charset="0"/>
              <a:buChar char="•"/>
            </a:pPr>
            <a:r>
              <a:rPr lang="pt-BR" sz="2200" dirty="0">
                <a:solidFill>
                  <a:srgbClr val="003958"/>
                </a:solidFill>
              </a:rPr>
              <a:t>A fórmula pro cálculo da regressão linear simples com OLS é bem tranquila, vejam:</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Mas, ainda bem que não precisamos nem olhar para aquela fórmula, pois temos a biblioteca </a:t>
            </a:r>
            <a:r>
              <a:rPr lang="pt-BR" sz="2200" dirty="0" err="1">
                <a:solidFill>
                  <a:srgbClr val="003958"/>
                </a:solidFill>
              </a:rPr>
              <a:t>statsmodels</a:t>
            </a:r>
            <a:r>
              <a:rPr lang="pt-BR" sz="2200" dirty="0">
                <a:solidFill>
                  <a:srgbClr val="003958"/>
                </a:solidFill>
              </a:rPr>
              <a:t>, que faz esse trabalho para nós.</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Porém antes disso, precisamos convencionar que: Modelos cujo o erro do teste F (</a:t>
            </a:r>
            <a:r>
              <a:rPr lang="pt-BR" sz="2200" dirty="0" err="1">
                <a:solidFill>
                  <a:srgbClr val="003958"/>
                </a:solidFill>
              </a:rPr>
              <a:t>Prob</a:t>
            </a:r>
            <a:r>
              <a:rPr lang="pt-BR" sz="2200" dirty="0">
                <a:solidFill>
                  <a:srgbClr val="003958"/>
                </a:solidFill>
              </a:rPr>
              <a:t>) possuam o valor menor de 0.05 são considerados modelos confiáveis e bem treinados.</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Vejamos isso no Python então.</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endParaRPr lang="pt-BR" dirty="0"/>
          </a:p>
        </p:txBody>
      </p:sp>
      <p:pic>
        <p:nvPicPr>
          <p:cNvPr id="3" name="Imagem 2" descr="Tela de celular com texto preto sobre fundo branco&#10;&#10;Descrição gerada automaticamente">
            <a:extLst>
              <a:ext uri="{FF2B5EF4-FFF2-40B4-BE49-F238E27FC236}">
                <a16:creationId xmlns:a16="http://schemas.microsoft.com/office/drawing/2014/main" id="{2C087198-E3F5-4385-8556-15745124C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0447" y="2248766"/>
            <a:ext cx="3651106" cy="1664838"/>
          </a:xfrm>
          <a:prstGeom prst="rect">
            <a:avLst/>
          </a:prstGeom>
        </p:spPr>
      </p:pic>
    </p:spTree>
    <p:extLst>
      <p:ext uri="{BB962C8B-B14F-4D97-AF65-F5344CB8AC3E}">
        <p14:creationId xmlns:p14="http://schemas.microsoft.com/office/powerpoint/2010/main" val="2516429360"/>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Segundo Fávero (2009), a regressão linear múltipla apresenta a mesma lógica que existe na regressão linear simples;</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Considerando então que a regressão linear simples utiliza uma função de primeiro grau como lógica em seus modelos, como seguiríamos a mesma lógica?</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Bom, na regressão linear simples temos uma variável, a qual chamamos de explicativa, ou seja, é a variável que determina o comportamento final do modelo ou da previsão.</a:t>
            </a:r>
          </a:p>
        </p:txBody>
      </p:sp>
    </p:spTree>
    <p:extLst>
      <p:ext uri="{BB962C8B-B14F-4D97-AF65-F5344CB8AC3E}">
        <p14:creationId xmlns:p14="http://schemas.microsoft.com/office/powerpoint/2010/main" val="1632820625"/>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Trazendo isso para a fórmula matemática, a variável explicativa, seria o termo x, que multiplica uma constante a ser encontrada:</a:t>
            </a:r>
          </a:p>
          <a:p>
            <a:pPr marL="342900" indent="-342900">
              <a:buFont typeface="Arial" panose="020B0604020202020204" pitchFamily="34" charset="0"/>
              <a:buChar char="•"/>
            </a:pPr>
            <a:endParaRPr lang="pt-BR" sz="2000" dirty="0">
              <a:solidFill>
                <a:srgbClr val="003958"/>
              </a:solidFill>
            </a:endParaRPr>
          </a:p>
          <a:p>
            <a:pPr marL="800100" lvl="1" indent="-342900">
              <a:buFont typeface="Arial" panose="020B0604020202020204" pitchFamily="34" charset="0"/>
              <a:buChar char="•"/>
            </a:pPr>
            <a:r>
              <a:rPr lang="pt-BR" dirty="0">
                <a:solidFill>
                  <a:srgbClr val="003958"/>
                </a:solidFill>
              </a:rPr>
              <a:t>                                                             Y  = A + BX</a:t>
            </a:r>
          </a:p>
          <a:p>
            <a:pPr marL="800100" lvl="1" indent="-342900">
              <a:buFont typeface="Arial" panose="020B0604020202020204" pitchFamily="34" charset="0"/>
              <a:buChar char="•"/>
            </a:pPr>
            <a:endParaRPr lang="pt-BR" dirty="0">
              <a:solidFill>
                <a:srgbClr val="003958"/>
              </a:solidFill>
            </a:endParaRPr>
          </a:p>
          <a:p>
            <a:pPr marL="800100" lvl="1" indent="-342900">
              <a:buFont typeface="Arial" panose="020B0604020202020204" pitchFamily="34" charset="0"/>
              <a:buChar char="•"/>
            </a:pPr>
            <a:endParaRPr lang="pt-BR" dirty="0">
              <a:solidFill>
                <a:srgbClr val="003958"/>
              </a:solidFill>
            </a:endParaRPr>
          </a:p>
          <a:p>
            <a:pPr lvl="1"/>
            <a:r>
              <a:rPr lang="pt-BR" dirty="0">
                <a:solidFill>
                  <a:srgbClr val="003958"/>
                </a:solidFill>
              </a:rPr>
              <a:t>         </a:t>
            </a:r>
          </a:p>
          <a:p>
            <a:pPr marL="800100" lvl="1" indent="-342900">
              <a:buFont typeface="Arial" panose="020B0604020202020204" pitchFamily="34" charset="0"/>
              <a:buChar char="•"/>
            </a:pPr>
            <a:r>
              <a:rPr lang="pt-BR" dirty="0">
                <a:solidFill>
                  <a:srgbClr val="003958"/>
                </a:solidFill>
              </a:rPr>
              <a:t>  Variável Dependente         Constantes         Variável Explicativa    </a:t>
            </a:r>
          </a:p>
          <a:p>
            <a:pPr marL="800100" lvl="1" indent="-342900">
              <a:buFont typeface="Arial" panose="020B0604020202020204" pitchFamily="34" charset="0"/>
              <a:buChar char="•"/>
            </a:pPr>
            <a:endParaRPr lang="pt-BR" dirty="0">
              <a:solidFill>
                <a:srgbClr val="003958"/>
              </a:solidFill>
            </a:endParaRPr>
          </a:p>
          <a:p>
            <a:pPr marL="800100" lvl="1" indent="-342900">
              <a:buFont typeface="Arial" panose="020B0604020202020204" pitchFamily="34" charset="0"/>
              <a:buChar char="•"/>
            </a:pPr>
            <a:endParaRPr lang="pt-BR" dirty="0">
              <a:solidFill>
                <a:srgbClr val="003958"/>
              </a:solidFill>
            </a:endParaRPr>
          </a:p>
          <a:p>
            <a:pPr marL="342900" indent="-342900">
              <a:buFont typeface="Arial" panose="020B0604020202020204" pitchFamily="34" charset="0"/>
              <a:buChar char="•"/>
            </a:pPr>
            <a:r>
              <a:rPr lang="pt-BR" sz="2000" dirty="0">
                <a:solidFill>
                  <a:srgbClr val="003958"/>
                </a:solidFill>
              </a:rPr>
              <a:t>Portanto em uma regressão linear múltipla, temos a inserção de mais variáveis explicativas na lógica, gerando assim um modelo que seja impactado por mais de uma variável.          </a:t>
            </a:r>
          </a:p>
          <a:p>
            <a:pPr marL="800100" lvl="1" indent="-342900">
              <a:buFont typeface="Arial" panose="020B0604020202020204" pitchFamily="34" charset="0"/>
              <a:buChar char="•"/>
            </a:pPr>
            <a:endParaRPr lang="pt-BR" dirty="0"/>
          </a:p>
        </p:txBody>
      </p:sp>
      <p:cxnSp>
        <p:nvCxnSpPr>
          <p:cNvPr id="3" name="Conector de Seta Reta 2">
            <a:extLst>
              <a:ext uri="{FF2B5EF4-FFF2-40B4-BE49-F238E27FC236}">
                <a16:creationId xmlns:a16="http://schemas.microsoft.com/office/drawing/2014/main" id="{3F897C13-6669-44C6-901B-ED4BE231452C}"/>
              </a:ext>
            </a:extLst>
          </p:cNvPr>
          <p:cNvCxnSpPr>
            <a:cxnSpLocks/>
          </p:cNvCxnSpPr>
          <p:nvPr/>
        </p:nvCxnSpPr>
        <p:spPr>
          <a:xfrm flipV="1">
            <a:off x="3690851" y="3190009"/>
            <a:ext cx="1431867" cy="849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5FE9006F-F2F2-4F2C-B09B-5F139AD0BA3A}"/>
              </a:ext>
            </a:extLst>
          </p:cNvPr>
          <p:cNvCxnSpPr>
            <a:cxnSpLocks/>
          </p:cNvCxnSpPr>
          <p:nvPr/>
        </p:nvCxnSpPr>
        <p:spPr>
          <a:xfrm flipV="1">
            <a:off x="5195455" y="3190009"/>
            <a:ext cx="529936" cy="935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a16="http://schemas.microsoft.com/office/drawing/2014/main" id="{7E438F42-A149-4DD4-BD35-B106ED69DBD9}"/>
              </a:ext>
            </a:extLst>
          </p:cNvPr>
          <p:cNvCxnSpPr>
            <a:cxnSpLocks/>
          </p:cNvCxnSpPr>
          <p:nvPr/>
        </p:nvCxnSpPr>
        <p:spPr>
          <a:xfrm flipV="1">
            <a:off x="5195455" y="3190009"/>
            <a:ext cx="811529" cy="935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a16="http://schemas.microsoft.com/office/drawing/2014/main" id="{B34A493E-BC0B-4241-BE2A-8EDE803AE182}"/>
              </a:ext>
            </a:extLst>
          </p:cNvPr>
          <p:cNvCxnSpPr>
            <a:cxnSpLocks/>
          </p:cNvCxnSpPr>
          <p:nvPr/>
        </p:nvCxnSpPr>
        <p:spPr>
          <a:xfrm flipH="1" flipV="1">
            <a:off x="6295505" y="3274175"/>
            <a:ext cx="562495" cy="851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601542"/>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Com isso em uma regressão linear múltipla temos a seguinte configuração:</a:t>
            </a:r>
          </a:p>
          <a:p>
            <a:pPr marL="800100" lvl="1" indent="-342900">
              <a:buFont typeface="Arial" panose="020B0604020202020204" pitchFamily="34" charset="0"/>
              <a:buChar char="•"/>
            </a:pPr>
            <a:endParaRPr lang="pt-BR" dirty="0">
              <a:solidFill>
                <a:srgbClr val="003958"/>
              </a:solidFill>
            </a:endParaRPr>
          </a:p>
          <a:p>
            <a:pPr lvl="1"/>
            <a:r>
              <a:rPr lang="pt-BR" dirty="0">
                <a:solidFill>
                  <a:srgbClr val="003958"/>
                </a:solidFill>
              </a:rPr>
              <a:t>                                                   Y = A + B1X1 + B2X2 + ... </a:t>
            </a:r>
            <a:r>
              <a:rPr lang="pt-BR" dirty="0" err="1">
                <a:solidFill>
                  <a:srgbClr val="003958"/>
                </a:solidFill>
              </a:rPr>
              <a:t>BnXn</a:t>
            </a:r>
            <a:endParaRPr lang="pt-BR" dirty="0">
              <a:solidFill>
                <a:srgbClr val="003958"/>
              </a:solidFill>
            </a:endParaRPr>
          </a:p>
          <a:p>
            <a:pPr lvl="1"/>
            <a:endParaRPr lang="pt-BR" dirty="0">
              <a:solidFill>
                <a:srgbClr val="003958"/>
              </a:solidFill>
            </a:endParaRPr>
          </a:p>
          <a:p>
            <a:pPr lvl="1"/>
            <a:endParaRPr lang="pt-BR" dirty="0">
              <a:solidFill>
                <a:srgbClr val="003958"/>
              </a:solidFill>
            </a:endParaRPr>
          </a:p>
          <a:p>
            <a:pPr lvl="1"/>
            <a:r>
              <a:rPr lang="pt-BR" dirty="0">
                <a:solidFill>
                  <a:srgbClr val="003958"/>
                </a:solidFill>
              </a:rPr>
              <a:t>         </a:t>
            </a:r>
          </a:p>
          <a:p>
            <a:pPr lvl="1"/>
            <a:r>
              <a:rPr lang="pt-BR" dirty="0">
                <a:solidFill>
                  <a:srgbClr val="003958"/>
                </a:solidFill>
              </a:rPr>
              <a:t>	 Variável Dependente         Constantes         Variáveis Explicativa    </a:t>
            </a:r>
          </a:p>
          <a:p>
            <a:pPr lvl="1"/>
            <a:endParaRPr lang="pt-BR" dirty="0">
              <a:solidFill>
                <a:srgbClr val="003958"/>
              </a:solidFill>
            </a:endParaRPr>
          </a:p>
          <a:p>
            <a:pPr marL="342900" indent="-342900">
              <a:buFont typeface="Arial" panose="020B0604020202020204" pitchFamily="34" charset="0"/>
              <a:buChar char="•"/>
            </a:pPr>
            <a:r>
              <a:rPr lang="pt-BR" sz="2000" dirty="0">
                <a:solidFill>
                  <a:srgbClr val="003958"/>
                </a:solidFill>
              </a:rPr>
              <a:t>Então a regressão linear múltipla nada mais é do que adicionar mais variáveis à mesma fórmula que utilizamos na regressão linear simples.</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Vejamos um exemplo.</a:t>
            </a:r>
          </a:p>
        </p:txBody>
      </p:sp>
      <p:cxnSp>
        <p:nvCxnSpPr>
          <p:cNvPr id="3" name="Conector de Seta Reta 2">
            <a:extLst>
              <a:ext uri="{FF2B5EF4-FFF2-40B4-BE49-F238E27FC236}">
                <a16:creationId xmlns:a16="http://schemas.microsoft.com/office/drawing/2014/main" id="{3F897C13-6669-44C6-901B-ED4BE231452C}"/>
              </a:ext>
            </a:extLst>
          </p:cNvPr>
          <p:cNvCxnSpPr>
            <a:cxnSpLocks/>
          </p:cNvCxnSpPr>
          <p:nvPr/>
        </p:nvCxnSpPr>
        <p:spPr>
          <a:xfrm flipV="1">
            <a:off x="3480955" y="2942708"/>
            <a:ext cx="696190" cy="829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5FE9006F-F2F2-4F2C-B09B-5F139AD0BA3A}"/>
              </a:ext>
            </a:extLst>
          </p:cNvPr>
          <p:cNvCxnSpPr>
            <a:cxnSpLocks/>
          </p:cNvCxnSpPr>
          <p:nvPr/>
        </p:nvCxnSpPr>
        <p:spPr>
          <a:xfrm flipH="1" flipV="1">
            <a:off x="4729534" y="2891180"/>
            <a:ext cx="598924" cy="786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a16="http://schemas.microsoft.com/office/drawing/2014/main" id="{7E438F42-A149-4DD4-BD35-B106ED69DBD9}"/>
              </a:ext>
            </a:extLst>
          </p:cNvPr>
          <p:cNvCxnSpPr>
            <a:cxnSpLocks/>
          </p:cNvCxnSpPr>
          <p:nvPr/>
        </p:nvCxnSpPr>
        <p:spPr>
          <a:xfrm flipH="1" flipV="1">
            <a:off x="5143500" y="2872477"/>
            <a:ext cx="184958" cy="805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a16="http://schemas.microsoft.com/office/drawing/2014/main" id="{B34A493E-BC0B-4241-BE2A-8EDE803AE182}"/>
              </a:ext>
            </a:extLst>
          </p:cNvPr>
          <p:cNvCxnSpPr>
            <a:cxnSpLocks/>
          </p:cNvCxnSpPr>
          <p:nvPr/>
        </p:nvCxnSpPr>
        <p:spPr>
          <a:xfrm flipV="1">
            <a:off x="6658696" y="2942708"/>
            <a:ext cx="698271" cy="73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7EEA8CF0-3D2C-4D4D-B5CE-2FE6DB203E9E}"/>
              </a:ext>
            </a:extLst>
          </p:cNvPr>
          <p:cNvCxnSpPr>
            <a:cxnSpLocks/>
          </p:cNvCxnSpPr>
          <p:nvPr/>
        </p:nvCxnSpPr>
        <p:spPr>
          <a:xfrm flipV="1">
            <a:off x="5348828" y="2872477"/>
            <a:ext cx="561931" cy="805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de Seta Reta 11">
            <a:extLst>
              <a:ext uri="{FF2B5EF4-FFF2-40B4-BE49-F238E27FC236}">
                <a16:creationId xmlns:a16="http://schemas.microsoft.com/office/drawing/2014/main" id="{B7167077-1E14-416C-9EF2-442FBE84D00B}"/>
              </a:ext>
            </a:extLst>
          </p:cNvPr>
          <p:cNvCxnSpPr>
            <a:cxnSpLocks/>
          </p:cNvCxnSpPr>
          <p:nvPr/>
        </p:nvCxnSpPr>
        <p:spPr>
          <a:xfrm flipV="1">
            <a:off x="5348828" y="2891179"/>
            <a:ext cx="1563204" cy="786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3">
            <a:extLst>
              <a:ext uri="{FF2B5EF4-FFF2-40B4-BE49-F238E27FC236}">
                <a16:creationId xmlns:a16="http://schemas.microsoft.com/office/drawing/2014/main" id="{F00A63A3-4C82-4979-ACE5-8B9B08BADE93}"/>
              </a:ext>
            </a:extLst>
          </p:cNvPr>
          <p:cNvCxnSpPr>
            <a:cxnSpLocks/>
          </p:cNvCxnSpPr>
          <p:nvPr/>
        </p:nvCxnSpPr>
        <p:spPr>
          <a:xfrm flipH="1" flipV="1">
            <a:off x="5495327" y="2931903"/>
            <a:ext cx="1171683" cy="73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A9E48678-C8A3-48C1-82AB-D330C934ADB3}"/>
              </a:ext>
            </a:extLst>
          </p:cNvPr>
          <p:cNvCxnSpPr>
            <a:cxnSpLocks/>
          </p:cNvCxnSpPr>
          <p:nvPr/>
        </p:nvCxnSpPr>
        <p:spPr>
          <a:xfrm flipH="1" flipV="1">
            <a:off x="6240985" y="2872477"/>
            <a:ext cx="446395" cy="834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328619"/>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a:xfrm>
            <a:off x="831850" y="1538965"/>
            <a:ext cx="10356483" cy="6445706"/>
          </a:xfrm>
        </p:spPr>
        <p:txBody>
          <a:bodyPr>
            <a:normAutofit/>
          </a:bodyPr>
          <a:lstStyle/>
          <a:p>
            <a:pPr marL="342900" indent="-342900">
              <a:buFont typeface="Arial" panose="020B0604020202020204" pitchFamily="34" charset="0"/>
              <a:buChar char="•"/>
            </a:pPr>
            <a:r>
              <a:rPr lang="pt-BR" sz="2200" dirty="0">
                <a:solidFill>
                  <a:srgbClr val="003958"/>
                </a:solidFill>
              </a:rPr>
              <a:t>Exemplo: Tempo de percurso x distância percorrida e quantidade de semáforos.</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  Veremos no </a:t>
            </a:r>
            <a:r>
              <a:rPr lang="pt-BR" sz="2200" dirty="0" err="1">
                <a:solidFill>
                  <a:srgbClr val="003958"/>
                </a:solidFill>
              </a:rPr>
              <a:t>python</a:t>
            </a:r>
            <a:r>
              <a:rPr lang="pt-BR" sz="2200" dirty="0">
                <a:solidFill>
                  <a:srgbClr val="003958"/>
                </a:solidFill>
              </a:rPr>
              <a:t> então.</a:t>
            </a:r>
          </a:p>
        </p:txBody>
      </p:sp>
      <p:graphicFrame>
        <p:nvGraphicFramePr>
          <p:cNvPr id="2" name="Tabela 2">
            <a:extLst>
              <a:ext uri="{FF2B5EF4-FFF2-40B4-BE49-F238E27FC236}">
                <a16:creationId xmlns:a16="http://schemas.microsoft.com/office/drawing/2014/main" id="{1A700CA6-D2D6-46C8-88EF-BBA47844C5AE}"/>
              </a:ext>
            </a:extLst>
          </p:cNvPr>
          <p:cNvGraphicFramePr>
            <a:graphicFrameLocks noGrp="1"/>
          </p:cNvGraphicFramePr>
          <p:nvPr/>
        </p:nvGraphicFramePr>
        <p:xfrm>
          <a:off x="1946091" y="1876333"/>
          <a:ext cx="8127999" cy="43484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150072114"/>
                    </a:ext>
                  </a:extLst>
                </a:gridCol>
                <a:gridCol w="2709333">
                  <a:extLst>
                    <a:ext uri="{9D8B030D-6E8A-4147-A177-3AD203B41FA5}">
                      <a16:colId xmlns:a16="http://schemas.microsoft.com/office/drawing/2014/main" val="3678508455"/>
                    </a:ext>
                  </a:extLst>
                </a:gridCol>
                <a:gridCol w="2709333">
                  <a:extLst>
                    <a:ext uri="{9D8B030D-6E8A-4147-A177-3AD203B41FA5}">
                      <a16:colId xmlns:a16="http://schemas.microsoft.com/office/drawing/2014/main" val="2608626791"/>
                    </a:ext>
                  </a:extLst>
                </a:gridCol>
              </a:tblGrid>
              <a:tr h="370840">
                <a:tc>
                  <a:txBody>
                    <a:bodyPr/>
                    <a:lstStyle/>
                    <a:p>
                      <a:r>
                        <a:rPr lang="pt-BR" dirty="0"/>
                        <a:t>Estudante</a:t>
                      </a:r>
                      <a:endParaRPr lang="en-US" dirty="0"/>
                    </a:p>
                  </a:txBody>
                  <a:tcPr/>
                </a:tc>
                <a:tc>
                  <a:txBody>
                    <a:bodyPr/>
                    <a:lstStyle/>
                    <a:p>
                      <a:r>
                        <a:rPr lang="pt-BR" dirty="0"/>
                        <a:t>Tempo para chegar à escola (minutos)</a:t>
                      </a:r>
                      <a:endParaRPr lang="en-US" dirty="0"/>
                    </a:p>
                  </a:txBody>
                  <a:tcPr/>
                </a:tc>
                <a:tc>
                  <a:txBody>
                    <a:bodyPr/>
                    <a:lstStyle/>
                    <a:p>
                      <a:r>
                        <a:rPr lang="pt-BR" dirty="0"/>
                        <a:t>Distância percorrida (km)</a:t>
                      </a:r>
                      <a:endParaRPr lang="en-US" dirty="0"/>
                    </a:p>
                  </a:txBody>
                  <a:tcPr/>
                </a:tc>
                <a:extLst>
                  <a:ext uri="{0D108BD9-81ED-4DB2-BD59-A6C34878D82A}">
                    <a16:rowId xmlns:a16="http://schemas.microsoft.com/office/drawing/2014/main" val="1355002434"/>
                  </a:ext>
                </a:extLst>
              </a:tr>
              <a:tr h="370840">
                <a:tc>
                  <a:txBody>
                    <a:bodyPr/>
                    <a:lstStyle/>
                    <a:p>
                      <a:r>
                        <a:rPr lang="pt-BR" dirty="0"/>
                        <a:t>Gabriela</a:t>
                      </a:r>
                      <a:endParaRPr lang="en-US" dirty="0"/>
                    </a:p>
                  </a:txBody>
                  <a:tcPr/>
                </a:tc>
                <a:tc>
                  <a:txBody>
                    <a:bodyPr/>
                    <a:lstStyle/>
                    <a:p>
                      <a:pPr algn="ctr"/>
                      <a:r>
                        <a:rPr lang="pt-BR" dirty="0"/>
                        <a:t>15</a:t>
                      </a:r>
                      <a:endParaRPr lang="en-US" dirty="0"/>
                    </a:p>
                  </a:txBody>
                  <a:tcPr/>
                </a:tc>
                <a:tc>
                  <a:txBody>
                    <a:bodyPr/>
                    <a:lstStyle/>
                    <a:p>
                      <a:pPr algn="ctr"/>
                      <a:r>
                        <a:rPr lang="pt-BR" dirty="0"/>
                        <a:t>8</a:t>
                      </a:r>
                      <a:endParaRPr lang="en-US" dirty="0"/>
                    </a:p>
                  </a:txBody>
                  <a:tcPr/>
                </a:tc>
                <a:extLst>
                  <a:ext uri="{0D108BD9-81ED-4DB2-BD59-A6C34878D82A}">
                    <a16:rowId xmlns:a16="http://schemas.microsoft.com/office/drawing/2014/main" val="1992682082"/>
                  </a:ext>
                </a:extLst>
              </a:tr>
              <a:tr h="370840">
                <a:tc>
                  <a:txBody>
                    <a:bodyPr/>
                    <a:lstStyle/>
                    <a:p>
                      <a:r>
                        <a:rPr lang="pt-BR" dirty="0"/>
                        <a:t>Dalila</a:t>
                      </a:r>
                      <a:endParaRPr lang="en-US" dirty="0"/>
                    </a:p>
                  </a:txBody>
                  <a:tcPr/>
                </a:tc>
                <a:tc>
                  <a:txBody>
                    <a:bodyPr/>
                    <a:lstStyle/>
                    <a:p>
                      <a:pPr algn="ctr"/>
                      <a:r>
                        <a:rPr lang="pt-BR" dirty="0"/>
                        <a:t>20</a:t>
                      </a:r>
                      <a:endParaRPr lang="en-US" dirty="0"/>
                    </a:p>
                  </a:txBody>
                  <a:tcPr/>
                </a:tc>
                <a:tc>
                  <a:txBody>
                    <a:bodyPr/>
                    <a:lstStyle/>
                    <a:p>
                      <a:pPr algn="ctr"/>
                      <a:r>
                        <a:rPr lang="pt-BR" dirty="0"/>
                        <a:t>6</a:t>
                      </a:r>
                      <a:endParaRPr lang="en-US" dirty="0"/>
                    </a:p>
                  </a:txBody>
                  <a:tcPr/>
                </a:tc>
                <a:extLst>
                  <a:ext uri="{0D108BD9-81ED-4DB2-BD59-A6C34878D82A}">
                    <a16:rowId xmlns:a16="http://schemas.microsoft.com/office/drawing/2014/main" val="3713857877"/>
                  </a:ext>
                </a:extLst>
              </a:tr>
              <a:tr h="370840">
                <a:tc>
                  <a:txBody>
                    <a:bodyPr/>
                    <a:lstStyle/>
                    <a:p>
                      <a:r>
                        <a:rPr lang="pt-BR" dirty="0"/>
                        <a:t>Gustavo</a:t>
                      </a:r>
                      <a:endParaRPr lang="en-US" dirty="0"/>
                    </a:p>
                  </a:txBody>
                  <a:tcPr/>
                </a:tc>
                <a:tc>
                  <a:txBody>
                    <a:bodyPr/>
                    <a:lstStyle/>
                    <a:p>
                      <a:pPr algn="ctr"/>
                      <a:r>
                        <a:rPr lang="pt-BR" dirty="0"/>
                        <a:t>20</a:t>
                      </a:r>
                      <a:endParaRPr lang="en-US" dirty="0"/>
                    </a:p>
                  </a:txBody>
                  <a:tcPr/>
                </a:tc>
                <a:tc>
                  <a:txBody>
                    <a:bodyPr/>
                    <a:lstStyle/>
                    <a:p>
                      <a:pPr algn="ctr"/>
                      <a:r>
                        <a:rPr lang="pt-BR" dirty="0"/>
                        <a:t>15</a:t>
                      </a:r>
                      <a:endParaRPr lang="en-US" dirty="0"/>
                    </a:p>
                  </a:txBody>
                  <a:tcPr/>
                </a:tc>
                <a:extLst>
                  <a:ext uri="{0D108BD9-81ED-4DB2-BD59-A6C34878D82A}">
                    <a16:rowId xmlns:a16="http://schemas.microsoft.com/office/drawing/2014/main" val="1068879558"/>
                  </a:ext>
                </a:extLst>
              </a:tr>
              <a:tr h="370840">
                <a:tc>
                  <a:txBody>
                    <a:bodyPr/>
                    <a:lstStyle/>
                    <a:p>
                      <a:r>
                        <a:rPr lang="pt-BR" dirty="0"/>
                        <a:t>Letícia</a:t>
                      </a:r>
                      <a:endParaRPr lang="en-US" dirty="0"/>
                    </a:p>
                  </a:txBody>
                  <a:tcPr/>
                </a:tc>
                <a:tc>
                  <a:txBody>
                    <a:bodyPr/>
                    <a:lstStyle/>
                    <a:p>
                      <a:pPr algn="ctr"/>
                      <a:r>
                        <a:rPr lang="pt-BR" dirty="0"/>
                        <a:t>40</a:t>
                      </a:r>
                      <a:endParaRPr lang="en-US" dirty="0"/>
                    </a:p>
                  </a:txBody>
                  <a:tcPr/>
                </a:tc>
                <a:tc>
                  <a:txBody>
                    <a:bodyPr/>
                    <a:lstStyle/>
                    <a:p>
                      <a:pPr algn="ctr"/>
                      <a:r>
                        <a:rPr lang="pt-BR" dirty="0"/>
                        <a:t>20</a:t>
                      </a:r>
                      <a:endParaRPr lang="en-US" dirty="0"/>
                    </a:p>
                  </a:txBody>
                  <a:tcPr/>
                </a:tc>
                <a:extLst>
                  <a:ext uri="{0D108BD9-81ED-4DB2-BD59-A6C34878D82A}">
                    <a16:rowId xmlns:a16="http://schemas.microsoft.com/office/drawing/2014/main" val="166163808"/>
                  </a:ext>
                </a:extLst>
              </a:tr>
              <a:tr h="370840">
                <a:tc>
                  <a:txBody>
                    <a:bodyPr/>
                    <a:lstStyle/>
                    <a:p>
                      <a:r>
                        <a:rPr lang="pt-BR" dirty="0"/>
                        <a:t>Luiz</a:t>
                      </a:r>
                      <a:endParaRPr lang="en-US" dirty="0"/>
                    </a:p>
                  </a:txBody>
                  <a:tcPr/>
                </a:tc>
                <a:tc>
                  <a:txBody>
                    <a:bodyPr/>
                    <a:lstStyle/>
                    <a:p>
                      <a:pPr algn="ctr"/>
                      <a:r>
                        <a:rPr lang="pt-BR" dirty="0"/>
                        <a:t>50</a:t>
                      </a:r>
                      <a:endParaRPr lang="en-US" dirty="0"/>
                    </a:p>
                  </a:txBody>
                  <a:tcPr/>
                </a:tc>
                <a:tc>
                  <a:txBody>
                    <a:bodyPr/>
                    <a:lstStyle/>
                    <a:p>
                      <a:pPr algn="ctr"/>
                      <a:r>
                        <a:rPr lang="pt-BR" dirty="0"/>
                        <a:t>25</a:t>
                      </a:r>
                      <a:endParaRPr lang="en-US" dirty="0"/>
                    </a:p>
                  </a:txBody>
                  <a:tcPr/>
                </a:tc>
                <a:extLst>
                  <a:ext uri="{0D108BD9-81ED-4DB2-BD59-A6C34878D82A}">
                    <a16:rowId xmlns:a16="http://schemas.microsoft.com/office/drawing/2014/main" val="297405629"/>
                  </a:ext>
                </a:extLst>
              </a:tr>
              <a:tr h="370840">
                <a:tc>
                  <a:txBody>
                    <a:bodyPr/>
                    <a:lstStyle/>
                    <a:p>
                      <a:r>
                        <a:rPr lang="pt-BR" dirty="0"/>
                        <a:t>Leonor</a:t>
                      </a:r>
                      <a:endParaRPr lang="en-US" dirty="0"/>
                    </a:p>
                  </a:txBody>
                  <a:tcPr/>
                </a:tc>
                <a:tc>
                  <a:txBody>
                    <a:bodyPr/>
                    <a:lstStyle/>
                    <a:p>
                      <a:pPr algn="ctr"/>
                      <a:r>
                        <a:rPr lang="pt-BR" dirty="0"/>
                        <a:t>25</a:t>
                      </a:r>
                      <a:endParaRPr lang="en-US" dirty="0"/>
                    </a:p>
                  </a:txBody>
                  <a:tcPr/>
                </a:tc>
                <a:tc>
                  <a:txBody>
                    <a:bodyPr/>
                    <a:lstStyle/>
                    <a:p>
                      <a:pPr algn="ctr"/>
                      <a:r>
                        <a:rPr lang="pt-BR" dirty="0"/>
                        <a:t>11</a:t>
                      </a:r>
                      <a:endParaRPr lang="en-US" dirty="0"/>
                    </a:p>
                  </a:txBody>
                  <a:tcPr/>
                </a:tc>
                <a:extLst>
                  <a:ext uri="{0D108BD9-81ED-4DB2-BD59-A6C34878D82A}">
                    <a16:rowId xmlns:a16="http://schemas.microsoft.com/office/drawing/2014/main" val="1214763344"/>
                  </a:ext>
                </a:extLst>
              </a:tr>
              <a:tr h="370840">
                <a:tc>
                  <a:txBody>
                    <a:bodyPr/>
                    <a:lstStyle/>
                    <a:p>
                      <a:r>
                        <a:rPr lang="pt-BR" dirty="0"/>
                        <a:t>Ana</a:t>
                      </a:r>
                      <a:endParaRPr lang="en-US" dirty="0"/>
                    </a:p>
                  </a:txBody>
                  <a:tcPr/>
                </a:tc>
                <a:tc>
                  <a:txBody>
                    <a:bodyPr/>
                    <a:lstStyle/>
                    <a:p>
                      <a:pPr algn="ctr"/>
                      <a:r>
                        <a:rPr lang="pt-BR" dirty="0"/>
                        <a:t>10</a:t>
                      </a:r>
                      <a:endParaRPr lang="en-US" dirty="0"/>
                    </a:p>
                  </a:txBody>
                  <a:tcPr/>
                </a:tc>
                <a:tc>
                  <a:txBody>
                    <a:bodyPr/>
                    <a:lstStyle/>
                    <a:p>
                      <a:pPr algn="ctr"/>
                      <a:r>
                        <a:rPr lang="pt-BR" dirty="0"/>
                        <a:t>5</a:t>
                      </a:r>
                      <a:endParaRPr lang="en-US" dirty="0"/>
                    </a:p>
                  </a:txBody>
                  <a:tcPr/>
                </a:tc>
                <a:extLst>
                  <a:ext uri="{0D108BD9-81ED-4DB2-BD59-A6C34878D82A}">
                    <a16:rowId xmlns:a16="http://schemas.microsoft.com/office/drawing/2014/main" val="2211047540"/>
                  </a:ext>
                </a:extLst>
              </a:tr>
              <a:tr h="370840">
                <a:tc>
                  <a:txBody>
                    <a:bodyPr/>
                    <a:lstStyle/>
                    <a:p>
                      <a:r>
                        <a:rPr lang="pt-BR" dirty="0"/>
                        <a:t>Antônio</a:t>
                      </a:r>
                      <a:endParaRPr lang="en-US" dirty="0"/>
                    </a:p>
                  </a:txBody>
                  <a:tcPr/>
                </a:tc>
                <a:tc>
                  <a:txBody>
                    <a:bodyPr/>
                    <a:lstStyle/>
                    <a:p>
                      <a:pPr algn="ctr"/>
                      <a:r>
                        <a:rPr lang="pt-BR" dirty="0"/>
                        <a:t>55</a:t>
                      </a:r>
                      <a:endParaRPr lang="en-US" dirty="0"/>
                    </a:p>
                  </a:txBody>
                  <a:tcPr/>
                </a:tc>
                <a:tc>
                  <a:txBody>
                    <a:bodyPr/>
                    <a:lstStyle/>
                    <a:p>
                      <a:pPr algn="ctr"/>
                      <a:r>
                        <a:rPr lang="pt-BR" dirty="0"/>
                        <a:t>32</a:t>
                      </a:r>
                      <a:endParaRPr lang="en-US" dirty="0"/>
                    </a:p>
                  </a:txBody>
                  <a:tcPr/>
                </a:tc>
                <a:extLst>
                  <a:ext uri="{0D108BD9-81ED-4DB2-BD59-A6C34878D82A}">
                    <a16:rowId xmlns:a16="http://schemas.microsoft.com/office/drawing/2014/main" val="60314464"/>
                  </a:ext>
                </a:extLst>
              </a:tr>
              <a:tr h="370840">
                <a:tc>
                  <a:txBody>
                    <a:bodyPr/>
                    <a:lstStyle/>
                    <a:p>
                      <a:r>
                        <a:rPr lang="pt-BR" dirty="0"/>
                        <a:t>Júlia</a:t>
                      </a:r>
                      <a:endParaRPr lang="en-US" dirty="0"/>
                    </a:p>
                  </a:txBody>
                  <a:tcPr/>
                </a:tc>
                <a:tc>
                  <a:txBody>
                    <a:bodyPr/>
                    <a:lstStyle/>
                    <a:p>
                      <a:pPr algn="ctr"/>
                      <a:r>
                        <a:rPr lang="pt-BR" dirty="0"/>
                        <a:t>35</a:t>
                      </a:r>
                      <a:endParaRPr lang="en-US" dirty="0"/>
                    </a:p>
                  </a:txBody>
                  <a:tcPr/>
                </a:tc>
                <a:tc>
                  <a:txBody>
                    <a:bodyPr/>
                    <a:lstStyle/>
                    <a:p>
                      <a:pPr algn="ctr"/>
                      <a:r>
                        <a:rPr lang="pt-BR" dirty="0"/>
                        <a:t>28</a:t>
                      </a:r>
                      <a:endParaRPr lang="en-US" dirty="0"/>
                    </a:p>
                  </a:txBody>
                  <a:tcPr/>
                </a:tc>
                <a:extLst>
                  <a:ext uri="{0D108BD9-81ED-4DB2-BD59-A6C34878D82A}">
                    <a16:rowId xmlns:a16="http://schemas.microsoft.com/office/drawing/2014/main" val="370475271"/>
                  </a:ext>
                </a:extLst>
              </a:tr>
              <a:tr h="370840">
                <a:tc>
                  <a:txBody>
                    <a:bodyPr/>
                    <a:lstStyle/>
                    <a:p>
                      <a:r>
                        <a:rPr lang="pt-BR" dirty="0"/>
                        <a:t>Mariana</a:t>
                      </a:r>
                      <a:endParaRPr lang="en-US" dirty="0"/>
                    </a:p>
                  </a:txBody>
                  <a:tcPr/>
                </a:tc>
                <a:tc>
                  <a:txBody>
                    <a:bodyPr/>
                    <a:lstStyle/>
                    <a:p>
                      <a:pPr algn="ctr"/>
                      <a:r>
                        <a:rPr lang="pt-BR" dirty="0"/>
                        <a:t>30</a:t>
                      </a:r>
                      <a:endParaRPr lang="en-US" dirty="0"/>
                    </a:p>
                  </a:txBody>
                  <a:tcPr/>
                </a:tc>
                <a:tc>
                  <a:txBody>
                    <a:bodyPr/>
                    <a:lstStyle/>
                    <a:p>
                      <a:pPr algn="ctr"/>
                      <a:r>
                        <a:rPr lang="pt-BR" dirty="0"/>
                        <a:t>20</a:t>
                      </a:r>
                      <a:endParaRPr lang="en-US" dirty="0"/>
                    </a:p>
                  </a:txBody>
                  <a:tcPr/>
                </a:tc>
                <a:extLst>
                  <a:ext uri="{0D108BD9-81ED-4DB2-BD59-A6C34878D82A}">
                    <a16:rowId xmlns:a16="http://schemas.microsoft.com/office/drawing/2014/main" val="1004583620"/>
                  </a:ext>
                </a:extLst>
              </a:tr>
            </a:tbl>
          </a:graphicData>
        </a:graphic>
      </p:graphicFrame>
    </p:spTree>
    <p:extLst>
      <p:ext uri="{BB962C8B-B14F-4D97-AF65-F5344CB8AC3E}">
        <p14:creationId xmlns:p14="http://schemas.microsoft.com/office/powerpoint/2010/main" val="2192862946"/>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Então, conseguimos ver que o modelo linear simples não tão se adequou bem da forma que queríamos;</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Vamos experimentar incluir mais outra variável, bem comum no contexto de trajetos rodoviários, a quantidade de semáforos.</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1680520711"/>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Exemplo: Tempo de percurso x distância percorrida e quantidade de semáforos.</a:t>
            </a:r>
          </a:p>
        </p:txBody>
      </p:sp>
      <p:graphicFrame>
        <p:nvGraphicFramePr>
          <p:cNvPr id="2" name="Tabela 2">
            <a:extLst>
              <a:ext uri="{FF2B5EF4-FFF2-40B4-BE49-F238E27FC236}">
                <a16:creationId xmlns:a16="http://schemas.microsoft.com/office/drawing/2014/main" id="{1A700CA6-D2D6-46C8-88EF-BBA47844C5AE}"/>
              </a:ext>
            </a:extLst>
          </p:cNvPr>
          <p:cNvGraphicFramePr>
            <a:graphicFrameLocks noGrp="1"/>
          </p:cNvGraphicFramePr>
          <p:nvPr/>
        </p:nvGraphicFramePr>
        <p:xfrm>
          <a:off x="1707804" y="2364380"/>
          <a:ext cx="8128000" cy="43484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150072114"/>
                    </a:ext>
                  </a:extLst>
                </a:gridCol>
                <a:gridCol w="2032000">
                  <a:extLst>
                    <a:ext uri="{9D8B030D-6E8A-4147-A177-3AD203B41FA5}">
                      <a16:colId xmlns:a16="http://schemas.microsoft.com/office/drawing/2014/main" val="3678508455"/>
                    </a:ext>
                  </a:extLst>
                </a:gridCol>
                <a:gridCol w="2032000">
                  <a:extLst>
                    <a:ext uri="{9D8B030D-6E8A-4147-A177-3AD203B41FA5}">
                      <a16:colId xmlns:a16="http://schemas.microsoft.com/office/drawing/2014/main" val="2608626791"/>
                    </a:ext>
                  </a:extLst>
                </a:gridCol>
                <a:gridCol w="2032000">
                  <a:extLst>
                    <a:ext uri="{9D8B030D-6E8A-4147-A177-3AD203B41FA5}">
                      <a16:colId xmlns:a16="http://schemas.microsoft.com/office/drawing/2014/main" val="3195813749"/>
                    </a:ext>
                  </a:extLst>
                </a:gridCol>
              </a:tblGrid>
              <a:tr h="370840">
                <a:tc>
                  <a:txBody>
                    <a:bodyPr/>
                    <a:lstStyle/>
                    <a:p>
                      <a:r>
                        <a:rPr lang="pt-BR" dirty="0"/>
                        <a:t>Estudante</a:t>
                      </a:r>
                      <a:endParaRPr lang="en-US" dirty="0"/>
                    </a:p>
                  </a:txBody>
                  <a:tcPr/>
                </a:tc>
                <a:tc>
                  <a:txBody>
                    <a:bodyPr/>
                    <a:lstStyle/>
                    <a:p>
                      <a:r>
                        <a:rPr lang="pt-BR" dirty="0"/>
                        <a:t>Tempo para chegar à escola (minutos)</a:t>
                      </a:r>
                      <a:endParaRPr lang="en-US" dirty="0"/>
                    </a:p>
                  </a:txBody>
                  <a:tcPr/>
                </a:tc>
                <a:tc>
                  <a:txBody>
                    <a:bodyPr/>
                    <a:lstStyle/>
                    <a:p>
                      <a:r>
                        <a:rPr lang="pt-BR" dirty="0"/>
                        <a:t>Distância percorrida (km)</a:t>
                      </a:r>
                      <a:endParaRPr lang="en-US" dirty="0"/>
                    </a:p>
                  </a:txBody>
                  <a:tcPr/>
                </a:tc>
                <a:tc>
                  <a:txBody>
                    <a:bodyPr/>
                    <a:lstStyle/>
                    <a:p>
                      <a:r>
                        <a:rPr lang="pt-BR" dirty="0"/>
                        <a:t>Semáforos no caminho</a:t>
                      </a:r>
                      <a:endParaRPr lang="en-US" dirty="0"/>
                    </a:p>
                  </a:txBody>
                  <a:tcPr/>
                </a:tc>
                <a:extLst>
                  <a:ext uri="{0D108BD9-81ED-4DB2-BD59-A6C34878D82A}">
                    <a16:rowId xmlns:a16="http://schemas.microsoft.com/office/drawing/2014/main" val="1355002434"/>
                  </a:ext>
                </a:extLst>
              </a:tr>
              <a:tr h="370840">
                <a:tc>
                  <a:txBody>
                    <a:bodyPr/>
                    <a:lstStyle/>
                    <a:p>
                      <a:r>
                        <a:rPr lang="pt-BR" dirty="0"/>
                        <a:t>Gabriela</a:t>
                      </a:r>
                      <a:endParaRPr lang="en-US" dirty="0"/>
                    </a:p>
                  </a:txBody>
                  <a:tcPr/>
                </a:tc>
                <a:tc>
                  <a:txBody>
                    <a:bodyPr/>
                    <a:lstStyle/>
                    <a:p>
                      <a:pPr algn="ctr"/>
                      <a:r>
                        <a:rPr lang="pt-BR" dirty="0"/>
                        <a:t>15</a:t>
                      </a:r>
                      <a:endParaRPr lang="en-US" dirty="0"/>
                    </a:p>
                  </a:txBody>
                  <a:tcPr/>
                </a:tc>
                <a:tc>
                  <a:txBody>
                    <a:bodyPr/>
                    <a:lstStyle/>
                    <a:p>
                      <a:pPr algn="ctr"/>
                      <a:r>
                        <a:rPr lang="pt-BR" dirty="0"/>
                        <a:t>8</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1992682082"/>
                  </a:ext>
                </a:extLst>
              </a:tr>
              <a:tr h="370840">
                <a:tc>
                  <a:txBody>
                    <a:bodyPr/>
                    <a:lstStyle/>
                    <a:p>
                      <a:r>
                        <a:rPr lang="pt-BR" dirty="0"/>
                        <a:t>Dalila</a:t>
                      </a:r>
                      <a:endParaRPr lang="en-US" dirty="0"/>
                    </a:p>
                  </a:txBody>
                  <a:tcPr/>
                </a:tc>
                <a:tc>
                  <a:txBody>
                    <a:bodyPr/>
                    <a:lstStyle/>
                    <a:p>
                      <a:pPr algn="ctr"/>
                      <a:r>
                        <a:rPr lang="pt-BR" dirty="0"/>
                        <a:t>20</a:t>
                      </a:r>
                      <a:endParaRPr lang="en-US" dirty="0"/>
                    </a:p>
                  </a:txBody>
                  <a:tcPr/>
                </a:tc>
                <a:tc>
                  <a:txBody>
                    <a:bodyPr/>
                    <a:lstStyle/>
                    <a:p>
                      <a:pPr algn="ctr"/>
                      <a:r>
                        <a:rPr lang="pt-BR" dirty="0"/>
                        <a:t>6</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3713857877"/>
                  </a:ext>
                </a:extLst>
              </a:tr>
              <a:tr h="370840">
                <a:tc>
                  <a:txBody>
                    <a:bodyPr/>
                    <a:lstStyle/>
                    <a:p>
                      <a:r>
                        <a:rPr lang="pt-BR" dirty="0"/>
                        <a:t>Gustavo</a:t>
                      </a:r>
                      <a:endParaRPr lang="en-US" dirty="0"/>
                    </a:p>
                  </a:txBody>
                  <a:tcPr/>
                </a:tc>
                <a:tc>
                  <a:txBody>
                    <a:bodyPr/>
                    <a:lstStyle/>
                    <a:p>
                      <a:pPr algn="ctr"/>
                      <a:r>
                        <a:rPr lang="pt-BR" dirty="0"/>
                        <a:t>20</a:t>
                      </a:r>
                      <a:endParaRPr lang="en-US" dirty="0"/>
                    </a:p>
                  </a:txBody>
                  <a:tcPr/>
                </a:tc>
                <a:tc>
                  <a:txBody>
                    <a:bodyPr/>
                    <a:lstStyle/>
                    <a:p>
                      <a:pPr algn="ctr"/>
                      <a:r>
                        <a:rPr lang="pt-BR" dirty="0"/>
                        <a:t>15</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1068879558"/>
                  </a:ext>
                </a:extLst>
              </a:tr>
              <a:tr h="370840">
                <a:tc>
                  <a:txBody>
                    <a:bodyPr/>
                    <a:lstStyle/>
                    <a:p>
                      <a:r>
                        <a:rPr lang="pt-BR" dirty="0"/>
                        <a:t>Letícia</a:t>
                      </a:r>
                      <a:endParaRPr lang="en-US" dirty="0"/>
                    </a:p>
                  </a:txBody>
                  <a:tcPr/>
                </a:tc>
                <a:tc>
                  <a:txBody>
                    <a:bodyPr/>
                    <a:lstStyle/>
                    <a:p>
                      <a:pPr algn="ctr"/>
                      <a:r>
                        <a:rPr lang="pt-BR" dirty="0"/>
                        <a:t>40</a:t>
                      </a:r>
                      <a:endParaRPr lang="en-US" dirty="0"/>
                    </a:p>
                  </a:txBody>
                  <a:tcPr/>
                </a:tc>
                <a:tc>
                  <a:txBody>
                    <a:bodyPr/>
                    <a:lstStyle/>
                    <a:p>
                      <a:pPr algn="ctr"/>
                      <a:r>
                        <a:rPr lang="pt-BR" dirty="0"/>
                        <a:t>20</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166163808"/>
                  </a:ext>
                </a:extLst>
              </a:tr>
              <a:tr h="370840">
                <a:tc>
                  <a:txBody>
                    <a:bodyPr/>
                    <a:lstStyle/>
                    <a:p>
                      <a:r>
                        <a:rPr lang="pt-BR" dirty="0"/>
                        <a:t>Luiz</a:t>
                      </a:r>
                      <a:endParaRPr lang="en-US" dirty="0"/>
                    </a:p>
                  </a:txBody>
                  <a:tcPr/>
                </a:tc>
                <a:tc>
                  <a:txBody>
                    <a:bodyPr/>
                    <a:lstStyle/>
                    <a:p>
                      <a:pPr algn="ctr"/>
                      <a:r>
                        <a:rPr lang="pt-BR" dirty="0"/>
                        <a:t>50</a:t>
                      </a:r>
                      <a:endParaRPr lang="en-US" dirty="0"/>
                    </a:p>
                  </a:txBody>
                  <a:tcPr/>
                </a:tc>
                <a:tc>
                  <a:txBody>
                    <a:bodyPr/>
                    <a:lstStyle/>
                    <a:p>
                      <a:pPr algn="ctr"/>
                      <a:r>
                        <a:rPr lang="pt-BR" dirty="0"/>
                        <a:t>25</a:t>
                      </a:r>
                      <a:endParaRPr lang="en-US" dirty="0"/>
                    </a:p>
                  </a:txBody>
                  <a:tcPr/>
                </a:tc>
                <a:tc>
                  <a:txBody>
                    <a:bodyPr/>
                    <a:lstStyle/>
                    <a:p>
                      <a:pPr algn="ctr"/>
                      <a:r>
                        <a:rPr lang="pt-BR" dirty="0"/>
                        <a:t>2</a:t>
                      </a:r>
                      <a:endParaRPr lang="en-US" dirty="0"/>
                    </a:p>
                  </a:txBody>
                  <a:tcPr/>
                </a:tc>
                <a:extLst>
                  <a:ext uri="{0D108BD9-81ED-4DB2-BD59-A6C34878D82A}">
                    <a16:rowId xmlns:a16="http://schemas.microsoft.com/office/drawing/2014/main" val="297405629"/>
                  </a:ext>
                </a:extLst>
              </a:tr>
              <a:tr h="370840">
                <a:tc>
                  <a:txBody>
                    <a:bodyPr/>
                    <a:lstStyle/>
                    <a:p>
                      <a:r>
                        <a:rPr lang="pt-BR" dirty="0"/>
                        <a:t>Leonor</a:t>
                      </a:r>
                      <a:endParaRPr lang="en-US" dirty="0"/>
                    </a:p>
                  </a:txBody>
                  <a:tcPr/>
                </a:tc>
                <a:tc>
                  <a:txBody>
                    <a:bodyPr/>
                    <a:lstStyle/>
                    <a:p>
                      <a:pPr algn="ctr"/>
                      <a:r>
                        <a:rPr lang="pt-BR" dirty="0"/>
                        <a:t>25</a:t>
                      </a:r>
                      <a:endParaRPr lang="en-US" dirty="0"/>
                    </a:p>
                  </a:txBody>
                  <a:tcPr/>
                </a:tc>
                <a:tc>
                  <a:txBody>
                    <a:bodyPr/>
                    <a:lstStyle/>
                    <a:p>
                      <a:pPr algn="ctr"/>
                      <a:r>
                        <a:rPr lang="pt-BR" dirty="0"/>
                        <a:t>11</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1214763344"/>
                  </a:ext>
                </a:extLst>
              </a:tr>
              <a:tr h="370840">
                <a:tc>
                  <a:txBody>
                    <a:bodyPr/>
                    <a:lstStyle/>
                    <a:p>
                      <a:r>
                        <a:rPr lang="pt-BR" dirty="0"/>
                        <a:t>Ana</a:t>
                      </a:r>
                      <a:endParaRPr lang="en-US" dirty="0"/>
                    </a:p>
                  </a:txBody>
                  <a:tcPr/>
                </a:tc>
                <a:tc>
                  <a:txBody>
                    <a:bodyPr/>
                    <a:lstStyle/>
                    <a:p>
                      <a:pPr algn="ctr"/>
                      <a:r>
                        <a:rPr lang="pt-BR" dirty="0"/>
                        <a:t>10</a:t>
                      </a:r>
                      <a:endParaRPr lang="en-US" dirty="0"/>
                    </a:p>
                  </a:txBody>
                  <a:tcPr/>
                </a:tc>
                <a:tc>
                  <a:txBody>
                    <a:bodyPr/>
                    <a:lstStyle/>
                    <a:p>
                      <a:pPr algn="ctr"/>
                      <a:r>
                        <a:rPr lang="pt-BR" dirty="0"/>
                        <a:t>5</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2211047540"/>
                  </a:ext>
                </a:extLst>
              </a:tr>
              <a:tr h="370840">
                <a:tc>
                  <a:txBody>
                    <a:bodyPr/>
                    <a:lstStyle/>
                    <a:p>
                      <a:r>
                        <a:rPr lang="pt-BR" dirty="0"/>
                        <a:t>Antônio</a:t>
                      </a:r>
                      <a:endParaRPr lang="en-US" dirty="0"/>
                    </a:p>
                  </a:txBody>
                  <a:tcPr/>
                </a:tc>
                <a:tc>
                  <a:txBody>
                    <a:bodyPr/>
                    <a:lstStyle/>
                    <a:p>
                      <a:pPr algn="ctr"/>
                      <a:r>
                        <a:rPr lang="pt-BR" dirty="0"/>
                        <a:t>55</a:t>
                      </a:r>
                      <a:endParaRPr lang="en-US" dirty="0"/>
                    </a:p>
                  </a:txBody>
                  <a:tcPr/>
                </a:tc>
                <a:tc>
                  <a:txBody>
                    <a:bodyPr/>
                    <a:lstStyle/>
                    <a:p>
                      <a:pPr algn="ctr"/>
                      <a:r>
                        <a:rPr lang="pt-BR" dirty="0"/>
                        <a:t>32</a:t>
                      </a:r>
                      <a:endParaRPr lang="en-US" dirty="0"/>
                    </a:p>
                  </a:txBody>
                  <a:tcPr/>
                </a:tc>
                <a:tc>
                  <a:txBody>
                    <a:bodyPr/>
                    <a:lstStyle/>
                    <a:p>
                      <a:pPr algn="ctr"/>
                      <a:r>
                        <a:rPr lang="pt-BR" dirty="0"/>
                        <a:t>3</a:t>
                      </a:r>
                      <a:endParaRPr lang="en-US" dirty="0"/>
                    </a:p>
                  </a:txBody>
                  <a:tcPr/>
                </a:tc>
                <a:extLst>
                  <a:ext uri="{0D108BD9-81ED-4DB2-BD59-A6C34878D82A}">
                    <a16:rowId xmlns:a16="http://schemas.microsoft.com/office/drawing/2014/main" val="60314464"/>
                  </a:ext>
                </a:extLst>
              </a:tr>
              <a:tr h="370840">
                <a:tc>
                  <a:txBody>
                    <a:bodyPr/>
                    <a:lstStyle/>
                    <a:p>
                      <a:r>
                        <a:rPr lang="pt-BR" dirty="0"/>
                        <a:t>Júlia</a:t>
                      </a:r>
                      <a:endParaRPr lang="en-US" dirty="0"/>
                    </a:p>
                  </a:txBody>
                  <a:tcPr/>
                </a:tc>
                <a:tc>
                  <a:txBody>
                    <a:bodyPr/>
                    <a:lstStyle/>
                    <a:p>
                      <a:pPr algn="ctr"/>
                      <a:r>
                        <a:rPr lang="pt-BR" dirty="0"/>
                        <a:t>35</a:t>
                      </a:r>
                      <a:endParaRPr lang="en-US" dirty="0"/>
                    </a:p>
                  </a:txBody>
                  <a:tcPr/>
                </a:tc>
                <a:tc>
                  <a:txBody>
                    <a:bodyPr/>
                    <a:lstStyle/>
                    <a:p>
                      <a:pPr algn="ctr"/>
                      <a:r>
                        <a:rPr lang="pt-BR" dirty="0"/>
                        <a:t>28</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370475271"/>
                  </a:ext>
                </a:extLst>
              </a:tr>
              <a:tr h="370840">
                <a:tc>
                  <a:txBody>
                    <a:bodyPr/>
                    <a:lstStyle/>
                    <a:p>
                      <a:r>
                        <a:rPr lang="pt-BR" dirty="0"/>
                        <a:t>Mariana</a:t>
                      </a:r>
                      <a:endParaRPr lang="en-US" dirty="0"/>
                    </a:p>
                  </a:txBody>
                  <a:tcPr/>
                </a:tc>
                <a:tc>
                  <a:txBody>
                    <a:bodyPr/>
                    <a:lstStyle/>
                    <a:p>
                      <a:pPr algn="ctr"/>
                      <a:r>
                        <a:rPr lang="pt-BR" dirty="0"/>
                        <a:t>30</a:t>
                      </a:r>
                      <a:endParaRPr lang="en-US" dirty="0"/>
                    </a:p>
                  </a:txBody>
                  <a:tcPr/>
                </a:tc>
                <a:tc>
                  <a:txBody>
                    <a:bodyPr/>
                    <a:lstStyle/>
                    <a:p>
                      <a:pPr algn="ctr"/>
                      <a:r>
                        <a:rPr lang="pt-BR" dirty="0"/>
                        <a:t>20</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1004583620"/>
                  </a:ext>
                </a:extLst>
              </a:tr>
            </a:tbl>
          </a:graphicData>
        </a:graphic>
      </p:graphicFrame>
    </p:spTree>
    <p:extLst>
      <p:ext uri="{BB962C8B-B14F-4D97-AF65-F5344CB8AC3E}">
        <p14:creationId xmlns:p14="http://schemas.microsoft.com/office/powerpoint/2010/main" val="602914192"/>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Nossa, nosso resultado melhorou, será que devemos parar por aqui? Já é suficiente? Bom tudo determinará o quanto e aonde você precisa chegar;</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Claro, pode acontecer de uma variável que for incluída no modelo não fazer parte daquele contexto e realmente ser retirada dos experimentos;</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Mas parece muito claro que, no nosso contexto, a variável quantidade de semáforos no caminho pode ser sim determinante no nosso modelo.</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1132086431"/>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Porém até agora em nossos estudos só trabalhamos com variáveis quantitativas, ou seja, que possuem um valor numérico;</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Quando estivermos trabalhando com variáveis qualitativas, não podemos simplesmente criar uma escala qualquer pois isso geraria um erro grave, que a literatura denomina como “ponderação arbitrária”;</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Para isso, existe o artifício das variáveis </a:t>
            </a:r>
            <a:r>
              <a:rPr lang="pt-BR" sz="2000" dirty="0" err="1">
                <a:solidFill>
                  <a:srgbClr val="003958"/>
                </a:solidFill>
              </a:rPr>
              <a:t>dummy</a:t>
            </a:r>
            <a:r>
              <a:rPr lang="pt-BR" sz="2000" dirty="0">
                <a:solidFill>
                  <a:srgbClr val="003958"/>
                </a:solidFill>
              </a:rPr>
              <a:t>, ou binárias, que tentam abstrair qualidades em forma de 0 ou 1 para expressar determinada condição qualitativa.</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3013352289"/>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Imaginemos então que vamos adicionar mais outra variável ao nosso contexto, agora uma variável qualitativa;</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Vamos incluir o período do dia no qual o trajeto foi feito, e considerando que a aula só acontece em dois períodos a variável qualitativa seguirá a seguinte lógica binária:</a:t>
            </a:r>
          </a:p>
          <a:p>
            <a:pPr marL="800100" lvl="1" indent="-342900">
              <a:buFont typeface="Arial" panose="020B0604020202020204" pitchFamily="34" charset="0"/>
              <a:buChar char="•"/>
            </a:pPr>
            <a:r>
              <a:rPr lang="pt-BR" dirty="0">
                <a:solidFill>
                  <a:srgbClr val="003958"/>
                </a:solidFill>
              </a:rPr>
              <a:t>1 – Manhã;</a:t>
            </a:r>
          </a:p>
          <a:p>
            <a:pPr marL="800100" lvl="1" indent="-342900">
              <a:buFont typeface="Arial" panose="020B0604020202020204" pitchFamily="34" charset="0"/>
              <a:buChar char="•"/>
            </a:pPr>
            <a:r>
              <a:rPr lang="pt-BR" dirty="0">
                <a:solidFill>
                  <a:srgbClr val="003958"/>
                </a:solidFill>
              </a:rPr>
              <a:t>0 – Tarde.</a:t>
            </a:r>
          </a:p>
          <a:p>
            <a:pPr marL="800100" lvl="1" indent="-342900">
              <a:buFont typeface="Arial" panose="020B0604020202020204" pitchFamily="34" charset="0"/>
              <a:buChar char="•"/>
            </a:pPr>
            <a:endParaRPr lang="pt-BR" dirty="0">
              <a:solidFill>
                <a:srgbClr val="003958"/>
              </a:solidFill>
            </a:endParaRPr>
          </a:p>
          <a:p>
            <a:pPr marL="342900" indent="-342900">
              <a:buFont typeface="Arial" panose="020B0604020202020204" pitchFamily="34" charset="0"/>
              <a:buChar char="•"/>
            </a:pPr>
            <a:r>
              <a:rPr lang="pt-BR" sz="2000" dirty="0">
                <a:solidFill>
                  <a:srgbClr val="003958"/>
                </a:solidFill>
              </a:rPr>
              <a:t>Portanto, vamos ver como essa informação fica dentro da tabela.</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3414766485"/>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a:xfrm>
            <a:off x="831850" y="1273228"/>
            <a:ext cx="10356483" cy="4491713"/>
          </a:xfrm>
        </p:spPr>
        <p:txBody>
          <a:bodyPr>
            <a:normAutofit/>
          </a:bodyPr>
          <a:lstStyle/>
          <a:p>
            <a:pPr marL="342900" indent="-342900">
              <a:buFont typeface="Arial" panose="020B0604020202020204" pitchFamily="34" charset="0"/>
              <a:buChar char="•"/>
            </a:pPr>
            <a:r>
              <a:rPr lang="pt-BR" sz="2200" dirty="0">
                <a:solidFill>
                  <a:srgbClr val="003958"/>
                </a:solidFill>
              </a:rPr>
              <a:t>Exemplo: Tempo de percurso x distância percorrida e quantidade de semáforos.</a:t>
            </a:r>
          </a:p>
        </p:txBody>
      </p:sp>
      <p:graphicFrame>
        <p:nvGraphicFramePr>
          <p:cNvPr id="2" name="Tabela 2">
            <a:extLst>
              <a:ext uri="{FF2B5EF4-FFF2-40B4-BE49-F238E27FC236}">
                <a16:creationId xmlns:a16="http://schemas.microsoft.com/office/drawing/2014/main" id="{1A700CA6-D2D6-46C8-88EF-BBA47844C5AE}"/>
              </a:ext>
            </a:extLst>
          </p:cNvPr>
          <p:cNvGraphicFramePr>
            <a:graphicFrameLocks noGrp="1"/>
          </p:cNvGraphicFramePr>
          <p:nvPr/>
        </p:nvGraphicFramePr>
        <p:xfrm>
          <a:off x="1757680" y="1765864"/>
          <a:ext cx="8128000" cy="46228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150072114"/>
                    </a:ext>
                  </a:extLst>
                </a:gridCol>
                <a:gridCol w="1625600">
                  <a:extLst>
                    <a:ext uri="{9D8B030D-6E8A-4147-A177-3AD203B41FA5}">
                      <a16:colId xmlns:a16="http://schemas.microsoft.com/office/drawing/2014/main" val="3678508455"/>
                    </a:ext>
                  </a:extLst>
                </a:gridCol>
                <a:gridCol w="1625600">
                  <a:extLst>
                    <a:ext uri="{9D8B030D-6E8A-4147-A177-3AD203B41FA5}">
                      <a16:colId xmlns:a16="http://schemas.microsoft.com/office/drawing/2014/main" val="2608626791"/>
                    </a:ext>
                  </a:extLst>
                </a:gridCol>
                <a:gridCol w="1625600">
                  <a:extLst>
                    <a:ext uri="{9D8B030D-6E8A-4147-A177-3AD203B41FA5}">
                      <a16:colId xmlns:a16="http://schemas.microsoft.com/office/drawing/2014/main" val="3195813749"/>
                    </a:ext>
                  </a:extLst>
                </a:gridCol>
                <a:gridCol w="1625600">
                  <a:extLst>
                    <a:ext uri="{9D8B030D-6E8A-4147-A177-3AD203B41FA5}">
                      <a16:colId xmlns:a16="http://schemas.microsoft.com/office/drawing/2014/main" val="3111013057"/>
                    </a:ext>
                  </a:extLst>
                </a:gridCol>
              </a:tblGrid>
              <a:tr h="370840">
                <a:tc>
                  <a:txBody>
                    <a:bodyPr/>
                    <a:lstStyle/>
                    <a:p>
                      <a:r>
                        <a:rPr lang="pt-BR" dirty="0"/>
                        <a:t>Estudante</a:t>
                      </a:r>
                      <a:endParaRPr lang="en-US" dirty="0"/>
                    </a:p>
                  </a:txBody>
                  <a:tcPr/>
                </a:tc>
                <a:tc>
                  <a:txBody>
                    <a:bodyPr/>
                    <a:lstStyle/>
                    <a:p>
                      <a:r>
                        <a:rPr lang="pt-BR" dirty="0"/>
                        <a:t>Tempo para chegar à escola (minutos)</a:t>
                      </a:r>
                      <a:endParaRPr lang="en-US" dirty="0"/>
                    </a:p>
                  </a:txBody>
                  <a:tcPr/>
                </a:tc>
                <a:tc>
                  <a:txBody>
                    <a:bodyPr/>
                    <a:lstStyle/>
                    <a:p>
                      <a:r>
                        <a:rPr lang="pt-BR" dirty="0"/>
                        <a:t>Distância percorrida (km)</a:t>
                      </a:r>
                      <a:endParaRPr lang="en-US" dirty="0"/>
                    </a:p>
                  </a:txBody>
                  <a:tcPr/>
                </a:tc>
                <a:tc>
                  <a:txBody>
                    <a:bodyPr/>
                    <a:lstStyle/>
                    <a:p>
                      <a:r>
                        <a:rPr lang="pt-BR" dirty="0"/>
                        <a:t>Semáforos no caminho</a:t>
                      </a:r>
                      <a:endParaRPr lang="en-US" dirty="0"/>
                    </a:p>
                  </a:txBody>
                  <a:tcPr/>
                </a:tc>
                <a:tc>
                  <a:txBody>
                    <a:bodyPr/>
                    <a:lstStyle/>
                    <a:p>
                      <a:r>
                        <a:rPr lang="pt-BR" dirty="0"/>
                        <a:t>Período do dia</a:t>
                      </a:r>
                      <a:endParaRPr lang="en-US" dirty="0"/>
                    </a:p>
                  </a:txBody>
                  <a:tcPr/>
                </a:tc>
                <a:extLst>
                  <a:ext uri="{0D108BD9-81ED-4DB2-BD59-A6C34878D82A}">
                    <a16:rowId xmlns:a16="http://schemas.microsoft.com/office/drawing/2014/main" val="1355002434"/>
                  </a:ext>
                </a:extLst>
              </a:tr>
              <a:tr h="370840">
                <a:tc>
                  <a:txBody>
                    <a:bodyPr/>
                    <a:lstStyle/>
                    <a:p>
                      <a:r>
                        <a:rPr lang="pt-BR" dirty="0"/>
                        <a:t>Gabriela</a:t>
                      </a:r>
                      <a:endParaRPr lang="en-US" dirty="0"/>
                    </a:p>
                  </a:txBody>
                  <a:tcPr/>
                </a:tc>
                <a:tc>
                  <a:txBody>
                    <a:bodyPr/>
                    <a:lstStyle/>
                    <a:p>
                      <a:pPr algn="ctr"/>
                      <a:r>
                        <a:rPr lang="pt-BR" dirty="0"/>
                        <a:t>15</a:t>
                      </a:r>
                      <a:endParaRPr lang="en-US" dirty="0"/>
                    </a:p>
                  </a:txBody>
                  <a:tcPr/>
                </a:tc>
                <a:tc>
                  <a:txBody>
                    <a:bodyPr/>
                    <a:lstStyle/>
                    <a:p>
                      <a:pPr algn="ctr"/>
                      <a:r>
                        <a:rPr lang="pt-BR" dirty="0"/>
                        <a:t>8</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1992682082"/>
                  </a:ext>
                </a:extLst>
              </a:tr>
              <a:tr h="370840">
                <a:tc>
                  <a:txBody>
                    <a:bodyPr/>
                    <a:lstStyle/>
                    <a:p>
                      <a:r>
                        <a:rPr lang="pt-BR" dirty="0"/>
                        <a:t>Dalila</a:t>
                      </a:r>
                      <a:endParaRPr lang="en-US" dirty="0"/>
                    </a:p>
                  </a:txBody>
                  <a:tcPr/>
                </a:tc>
                <a:tc>
                  <a:txBody>
                    <a:bodyPr/>
                    <a:lstStyle/>
                    <a:p>
                      <a:pPr algn="ctr"/>
                      <a:r>
                        <a:rPr lang="pt-BR" dirty="0"/>
                        <a:t>20</a:t>
                      </a:r>
                      <a:endParaRPr lang="en-US" dirty="0"/>
                    </a:p>
                  </a:txBody>
                  <a:tcPr/>
                </a:tc>
                <a:tc>
                  <a:txBody>
                    <a:bodyPr/>
                    <a:lstStyle/>
                    <a:p>
                      <a:pPr algn="ctr"/>
                      <a:r>
                        <a:rPr lang="pt-BR" dirty="0"/>
                        <a:t>6</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3713857877"/>
                  </a:ext>
                </a:extLst>
              </a:tr>
              <a:tr h="370840">
                <a:tc>
                  <a:txBody>
                    <a:bodyPr/>
                    <a:lstStyle/>
                    <a:p>
                      <a:r>
                        <a:rPr lang="pt-BR" dirty="0"/>
                        <a:t>Gustavo</a:t>
                      </a:r>
                      <a:endParaRPr lang="en-US" dirty="0"/>
                    </a:p>
                  </a:txBody>
                  <a:tcPr/>
                </a:tc>
                <a:tc>
                  <a:txBody>
                    <a:bodyPr/>
                    <a:lstStyle/>
                    <a:p>
                      <a:pPr algn="ctr"/>
                      <a:r>
                        <a:rPr lang="pt-BR" dirty="0"/>
                        <a:t>20</a:t>
                      </a:r>
                      <a:endParaRPr lang="en-US" dirty="0"/>
                    </a:p>
                  </a:txBody>
                  <a:tcPr/>
                </a:tc>
                <a:tc>
                  <a:txBody>
                    <a:bodyPr/>
                    <a:lstStyle/>
                    <a:p>
                      <a:pPr algn="ctr"/>
                      <a:r>
                        <a:rPr lang="pt-BR" dirty="0"/>
                        <a:t>15</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1068879558"/>
                  </a:ext>
                </a:extLst>
              </a:tr>
              <a:tr h="370840">
                <a:tc>
                  <a:txBody>
                    <a:bodyPr/>
                    <a:lstStyle/>
                    <a:p>
                      <a:r>
                        <a:rPr lang="pt-BR" dirty="0"/>
                        <a:t>Letícia</a:t>
                      </a:r>
                      <a:endParaRPr lang="en-US" dirty="0"/>
                    </a:p>
                  </a:txBody>
                  <a:tcPr/>
                </a:tc>
                <a:tc>
                  <a:txBody>
                    <a:bodyPr/>
                    <a:lstStyle/>
                    <a:p>
                      <a:pPr algn="ctr"/>
                      <a:r>
                        <a:rPr lang="pt-BR" dirty="0"/>
                        <a:t>40</a:t>
                      </a:r>
                      <a:endParaRPr lang="en-US" dirty="0"/>
                    </a:p>
                  </a:txBody>
                  <a:tcPr/>
                </a:tc>
                <a:tc>
                  <a:txBody>
                    <a:bodyPr/>
                    <a:lstStyle/>
                    <a:p>
                      <a:pPr algn="ctr"/>
                      <a:r>
                        <a:rPr lang="pt-BR" dirty="0"/>
                        <a:t>20</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166163808"/>
                  </a:ext>
                </a:extLst>
              </a:tr>
              <a:tr h="370840">
                <a:tc>
                  <a:txBody>
                    <a:bodyPr/>
                    <a:lstStyle/>
                    <a:p>
                      <a:r>
                        <a:rPr lang="pt-BR" dirty="0"/>
                        <a:t>Luiz</a:t>
                      </a:r>
                      <a:endParaRPr lang="en-US" dirty="0"/>
                    </a:p>
                  </a:txBody>
                  <a:tcPr/>
                </a:tc>
                <a:tc>
                  <a:txBody>
                    <a:bodyPr/>
                    <a:lstStyle/>
                    <a:p>
                      <a:pPr algn="ctr"/>
                      <a:r>
                        <a:rPr lang="pt-BR" dirty="0"/>
                        <a:t>50</a:t>
                      </a:r>
                      <a:endParaRPr lang="en-US" dirty="0"/>
                    </a:p>
                  </a:txBody>
                  <a:tcPr/>
                </a:tc>
                <a:tc>
                  <a:txBody>
                    <a:bodyPr/>
                    <a:lstStyle/>
                    <a:p>
                      <a:pPr algn="ctr"/>
                      <a:r>
                        <a:rPr lang="pt-BR" dirty="0"/>
                        <a:t>25</a:t>
                      </a:r>
                      <a:endParaRPr lang="en-US" dirty="0"/>
                    </a:p>
                  </a:txBody>
                  <a:tcPr/>
                </a:tc>
                <a:tc>
                  <a:txBody>
                    <a:bodyPr/>
                    <a:lstStyle/>
                    <a:p>
                      <a:pPr algn="ctr"/>
                      <a:r>
                        <a:rPr lang="pt-BR" dirty="0"/>
                        <a:t>2</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297405629"/>
                  </a:ext>
                </a:extLst>
              </a:tr>
              <a:tr h="370840">
                <a:tc>
                  <a:txBody>
                    <a:bodyPr/>
                    <a:lstStyle/>
                    <a:p>
                      <a:r>
                        <a:rPr lang="pt-BR" dirty="0"/>
                        <a:t>Leonor</a:t>
                      </a:r>
                      <a:endParaRPr lang="en-US" dirty="0"/>
                    </a:p>
                  </a:txBody>
                  <a:tcPr/>
                </a:tc>
                <a:tc>
                  <a:txBody>
                    <a:bodyPr/>
                    <a:lstStyle/>
                    <a:p>
                      <a:pPr algn="ctr"/>
                      <a:r>
                        <a:rPr lang="pt-BR" dirty="0"/>
                        <a:t>25</a:t>
                      </a:r>
                      <a:endParaRPr lang="en-US" dirty="0"/>
                    </a:p>
                  </a:txBody>
                  <a:tcPr/>
                </a:tc>
                <a:tc>
                  <a:txBody>
                    <a:bodyPr/>
                    <a:lstStyle/>
                    <a:p>
                      <a:pPr algn="ctr"/>
                      <a:r>
                        <a:rPr lang="pt-BR" dirty="0"/>
                        <a:t>11</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1214763344"/>
                  </a:ext>
                </a:extLst>
              </a:tr>
              <a:tr h="370840">
                <a:tc>
                  <a:txBody>
                    <a:bodyPr/>
                    <a:lstStyle/>
                    <a:p>
                      <a:r>
                        <a:rPr lang="pt-BR" dirty="0"/>
                        <a:t>Ana</a:t>
                      </a:r>
                      <a:endParaRPr lang="en-US" dirty="0"/>
                    </a:p>
                  </a:txBody>
                  <a:tcPr/>
                </a:tc>
                <a:tc>
                  <a:txBody>
                    <a:bodyPr/>
                    <a:lstStyle/>
                    <a:p>
                      <a:pPr algn="ctr"/>
                      <a:r>
                        <a:rPr lang="pt-BR" dirty="0"/>
                        <a:t>10</a:t>
                      </a:r>
                      <a:endParaRPr lang="en-US" dirty="0"/>
                    </a:p>
                  </a:txBody>
                  <a:tcPr/>
                </a:tc>
                <a:tc>
                  <a:txBody>
                    <a:bodyPr/>
                    <a:lstStyle/>
                    <a:p>
                      <a:pPr algn="ctr"/>
                      <a:r>
                        <a:rPr lang="pt-BR" dirty="0"/>
                        <a:t>5</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2211047540"/>
                  </a:ext>
                </a:extLst>
              </a:tr>
              <a:tr h="370840">
                <a:tc>
                  <a:txBody>
                    <a:bodyPr/>
                    <a:lstStyle/>
                    <a:p>
                      <a:r>
                        <a:rPr lang="pt-BR" dirty="0"/>
                        <a:t>Antônio</a:t>
                      </a:r>
                      <a:endParaRPr lang="en-US" dirty="0"/>
                    </a:p>
                  </a:txBody>
                  <a:tcPr/>
                </a:tc>
                <a:tc>
                  <a:txBody>
                    <a:bodyPr/>
                    <a:lstStyle/>
                    <a:p>
                      <a:pPr algn="ctr"/>
                      <a:r>
                        <a:rPr lang="pt-BR" dirty="0"/>
                        <a:t>55</a:t>
                      </a:r>
                      <a:endParaRPr lang="en-US" dirty="0"/>
                    </a:p>
                  </a:txBody>
                  <a:tcPr/>
                </a:tc>
                <a:tc>
                  <a:txBody>
                    <a:bodyPr/>
                    <a:lstStyle/>
                    <a:p>
                      <a:pPr algn="ctr"/>
                      <a:r>
                        <a:rPr lang="pt-BR" dirty="0"/>
                        <a:t>32</a:t>
                      </a:r>
                      <a:endParaRPr lang="en-US" dirty="0"/>
                    </a:p>
                  </a:txBody>
                  <a:tcPr/>
                </a:tc>
                <a:tc>
                  <a:txBody>
                    <a:bodyPr/>
                    <a:lstStyle/>
                    <a:p>
                      <a:pPr algn="ctr"/>
                      <a:r>
                        <a:rPr lang="pt-BR" dirty="0"/>
                        <a:t>3</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60314464"/>
                  </a:ext>
                </a:extLst>
              </a:tr>
              <a:tr h="370840">
                <a:tc>
                  <a:txBody>
                    <a:bodyPr/>
                    <a:lstStyle/>
                    <a:p>
                      <a:r>
                        <a:rPr lang="pt-BR" dirty="0"/>
                        <a:t>Júlia</a:t>
                      </a:r>
                      <a:endParaRPr lang="en-US" dirty="0"/>
                    </a:p>
                  </a:txBody>
                  <a:tcPr/>
                </a:tc>
                <a:tc>
                  <a:txBody>
                    <a:bodyPr/>
                    <a:lstStyle/>
                    <a:p>
                      <a:pPr algn="ctr"/>
                      <a:r>
                        <a:rPr lang="pt-BR" dirty="0"/>
                        <a:t>35</a:t>
                      </a:r>
                      <a:endParaRPr lang="en-US" dirty="0"/>
                    </a:p>
                  </a:txBody>
                  <a:tcPr/>
                </a:tc>
                <a:tc>
                  <a:txBody>
                    <a:bodyPr/>
                    <a:lstStyle/>
                    <a:p>
                      <a:pPr algn="ctr"/>
                      <a:r>
                        <a:rPr lang="pt-BR" dirty="0"/>
                        <a:t>28</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370475271"/>
                  </a:ext>
                </a:extLst>
              </a:tr>
              <a:tr h="370840">
                <a:tc>
                  <a:txBody>
                    <a:bodyPr/>
                    <a:lstStyle/>
                    <a:p>
                      <a:r>
                        <a:rPr lang="pt-BR" dirty="0"/>
                        <a:t>Mariana</a:t>
                      </a:r>
                      <a:endParaRPr lang="en-US" dirty="0"/>
                    </a:p>
                  </a:txBody>
                  <a:tcPr/>
                </a:tc>
                <a:tc>
                  <a:txBody>
                    <a:bodyPr/>
                    <a:lstStyle/>
                    <a:p>
                      <a:pPr algn="ctr"/>
                      <a:r>
                        <a:rPr lang="pt-BR" dirty="0"/>
                        <a:t>30</a:t>
                      </a:r>
                      <a:endParaRPr lang="en-US" dirty="0"/>
                    </a:p>
                  </a:txBody>
                  <a:tcPr/>
                </a:tc>
                <a:tc>
                  <a:txBody>
                    <a:bodyPr/>
                    <a:lstStyle/>
                    <a:p>
                      <a:pPr algn="ctr"/>
                      <a:r>
                        <a:rPr lang="pt-BR" dirty="0"/>
                        <a:t>20</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1004583620"/>
                  </a:ext>
                </a:extLst>
              </a:tr>
            </a:tbl>
          </a:graphicData>
        </a:graphic>
      </p:graphicFrame>
    </p:spTree>
    <p:extLst>
      <p:ext uri="{BB962C8B-B14F-4D97-AF65-F5344CB8AC3E}">
        <p14:creationId xmlns:p14="http://schemas.microsoft.com/office/powerpoint/2010/main" val="2593109471"/>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Conseguimos diminuir ainda mais valor do teste F (</a:t>
            </a:r>
            <a:r>
              <a:rPr lang="pt-BR" sz="2000" dirty="0" err="1">
                <a:solidFill>
                  <a:srgbClr val="003958"/>
                </a:solidFill>
              </a:rPr>
              <a:t>Prob</a:t>
            </a:r>
            <a:r>
              <a:rPr lang="pt-BR" sz="2000" dirty="0">
                <a:solidFill>
                  <a:srgbClr val="003958"/>
                </a:solidFill>
              </a:rPr>
              <a:t>), ou seja, conseguimos aumentar ainda mais a confiança em nosso modelo;</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Porém uma dúvida ainda fica, vimos que poderíamos incluir uma variável qualitativa no modelo transformando-a em binário, contudo vimos apenas dois valores possíveis;</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E se, houvesse a necessidade de mais valores serem incluídos nesse contexto? Se por exemplo houvessem três opções ao invés de apenas duas;</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Bom nesse caso iremos utilizar uma regra já vista por vocês quando estudaram números binários.</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1160955895"/>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fontScale="92500" lnSpcReduction="10000"/>
          </a:bodyPr>
          <a:lstStyle/>
          <a:p>
            <a:pPr marL="342900" indent="-342900">
              <a:buFont typeface="Arial" panose="020B0604020202020204" pitchFamily="34" charset="0"/>
              <a:buChar char="•"/>
            </a:pPr>
            <a:r>
              <a:rPr lang="pt-BR" sz="2200" dirty="0">
                <a:solidFill>
                  <a:srgbClr val="003958"/>
                </a:solidFill>
              </a:rPr>
              <a:t>Quando tratamos de números binários sabemos que 1 bit tem dois estados, verdadeiro ou falso, 0 ou 1, ligado ou desligado, etc...</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E no caso de 2 bits, quantos estados podemos representar? No caso, essa conta pode ser representada da seguinte forma não?</a:t>
            </a:r>
          </a:p>
          <a:p>
            <a:pPr marL="342900" indent="-342900">
              <a:buFont typeface="Arial" panose="020B0604020202020204" pitchFamily="34" charset="0"/>
              <a:buChar char="•"/>
            </a:pPr>
            <a:endParaRPr lang="pt-BR" sz="2200" dirty="0">
              <a:solidFill>
                <a:srgbClr val="003958"/>
              </a:solidFill>
            </a:endParaRPr>
          </a:p>
          <a:p>
            <a:pPr marL="1257300" lvl="2" indent="-342900">
              <a:buFont typeface="Arial" panose="020B0604020202020204" pitchFamily="34" charset="0"/>
              <a:buChar char="•"/>
            </a:pPr>
            <a:r>
              <a:rPr lang="pt-BR" sz="2200" dirty="0" err="1">
                <a:solidFill>
                  <a:srgbClr val="003958"/>
                </a:solidFill>
              </a:rPr>
              <a:t>Qtd</a:t>
            </a:r>
            <a:r>
              <a:rPr lang="pt-BR" sz="2200" dirty="0">
                <a:solidFill>
                  <a:srgbClr val="003958"/>
                </a:solidFill>
              </a:rPr>
              <a:t> Estados = 2 ^ N, onde N é a quantidade de bits.</a:t>
            </a:r>
          </a:p>
          <a:p>
            <a:pPr marL="1257300" lvl="2"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Portanto se em sua escala qualitativa existem 6 estados, quantos bits ou no nosso caso, variáveis binárias devemos utilizar?</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Bom, a menor possibilidade em quem “cabem” 6 estados seria utilizar 3 variáveis binárias, pois 2^3 é igual a 8, ou seja maior que 6;</a:t>
            </a:r>
          </a:p>
          <a:p>
            <a:pPr marL="342900" indent="-342900">
              <a:buFont typeface="Arial" panose="020B0604020202020204" pitchFamily="34" charset="0"/>
              <a:buChar char="•"/>
            </a:pPr>
            <a:endParaRPr lang="pt-BR" sz="2800" dirty="0">
              <a:solidFill>
                <a:srgbClr val="003958"/>
              </a:solidFill>
            </a:endParaRP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3013772638"/>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E no caso, se faz necessário então montar uma escala, onde a combinação das variáveis seja correspondente à um determinado valor ou não;</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Vejamos um caso no nosso exemplo.</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2272162147"/>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Vamos dizer que mais uma variável vai ser inclusa no nosso modelo, essa variável ainda por cima é qualitativa, e faz muito sentido ao nosso contexto: Estilo de Pilotagem.</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Onde temos os seguintes estilos:</a:t>
            </a:r>
          </a:p>
          <a:p>
            <a:pPr marL="800100" lvl="1" indent="-342900">
              <a:buFont typeface="Arial" panose="020B0604020202020204" pitchFamily="34" charset="0"/>
              <a:buChar char="•"/>
            </a:pPr>
            <a:r>
              <a:rPr lang="pt-BR" dirty="0">
                <a:solidFill>
                  <a:srgbClr val="003958"/>
                </a:solidFill>
              </a:rPr>
              <a:t>Calmo;</a:t>
            </a:r>
          </a:p>
          <a:p>
            <a:pPr marL="800100" lvl="1" indent="-342900">
              <a:buFont typeface="Arial" panose="020B0604020202020204" pitchFamily="34" charset="0"/>
              <a:buChar char="•"/>
            </a:pPr>
            <a:r>
              <a:rPr lang="pt-BR" dirty="0">
                <a:solidFill>
                  <a:srgbClr val="003958"/>
                </a:solidFill>
              </a:rPr>
              <a:t>Moderado;</a:t>
            </a:r>
          </a:p>
          <a:p>
            <a:pPr marL="800100" lvl="1" indent="-342900">
              <a:buFont typeface="Arial" panose="020B0604020202020204" pitchFamily="34" charset="0"/>
              <a:buChar char="•"/>
            </a:pPr>
            <a:r>
              <a:rPr lang="pt-BR" dirty="0">
                <a:solidFill>
                  <a:srgbClr val="003958"/>
                </a:solidFill>
              </a:rPr>
              <a:t>Agressivo.</a:t>
            </a:r>
          </a:p>
          <a:p>
            <a:pPr marL="800100" lvl="1" indent="-342900">
              <a:buFont typeface="Arial" panose="020B0604020202020204" pitchFamily="34" charset="0"/>
              <a:buChar char="•"/>
            </a:pPr>
            <a:endParaRPr lang="pt-BR" dirty="0">
              <a:solidFill>
                <a:srgbClr val="003958"/>
              </a:solidFill>
            </a:endParaRPr>
          </a:p>
          <a:p>
            <a:pPr marL="342900" indent="-342900">
              <a:buFont typeface="Arial" panose="020B0604020202020204" pitchFamily="34" charset="0"/>
              <a:buChar char="•"/>
            </a:pPr>
            <a:r>
              <a:rPr lang="pt-BR" sz="2000" dirty="0">
                <a:solidFill>
                  <a:srgbClr val="003958"/>
                </a:solidFill>
              </a:rPr>
              <a:t>Bom, não conseguimos incluir todas essas opções em uma variável binária única, se fazendo necessária a criação de 2 variáveis e por consequência a criação de uma escala.</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2693549523"/>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Criamos a seguinte escala portanto:</a:t>
            </a:r>
          </a:p>
          <a:p>
            <a:pPr marL="800100" lvl="1" indent="-342900">
              <a:buFont typeface="Arial" panose="020B0604020202020204" pitchFamily="34" charset="0"/>
              <a:buChar char="•"/>
            </a:pPr>
            <a:r>
              <a:rPr lang="pt-BR" dirty="0">
                <a:solidFill>
                  <a:srgbClr val="003958"/>
                </a:solidFill>
              </a:rPr>
              <a:t>0 – 0 – Calmo;</a:t>
            </a:r>
          </a:p>
          <a:p>
            <a:pPr marL="800100" lvl="1" indent="-342900">
              <a:buFont typeface="Arial" panose="020B0604020202020204" pitchFamily="34" charset="0"/>
              <a:buChar char="•"/>
            </a:pPr>
            <a:r>
              <a:rPr lang="pt-BR" dirty="0">
                <a:solidFill>
                  <a:srgbClr val="003958"/>
                </a:solidFill>
              </a:rPr>
              <a:t>1 – 0 – Moderado;</a:t>
            </a:r>
          </a:p>
          <a:p>
            <a:pPr marL="800100" lvl="1" indent="-342900">
              <a:buFont typeface="Arial" panose="020B0604020202020204" pitchFamily="34" charset="0"/>
              <a:buChar char="•"/>
            </a:pPr>
            <a:r>
              <a:rPr lang="pt-BR" dirty="0">
                <a:solidFill>
                  <a:srgbClr val="003958"/>
                </a:solidFill>
              </a:rPr>
              <a:t>0 – 1 – Agressivo.</a:t>
            </a:r>
          </a:p>
          <a:p>
            <a:pPr marL="800100" lvl="1" indent="-342900">
              <a:buFont typeface="Arial" panose="020B0604020202020204" pitchFamily="34" charset="0"/>
              <a:buChar char="•"/>
            </a:pPr>
            <a:endParaRPr lang="pt-BR" dirty="0">
              <a:solidFill>
                <a:srgbClr val="003958"/>
              </a:solidFill>
            </a:endParaRPr>
          </a:p>
          <a:p>
            <a:pPr marL="342900" indent="-342900">
              <a:buFont typeface="Arial" panose="020B0604020202020204" pitchFamily="34" charset="0"/>
              <a:buChar char="•"/>
            </a:pPr>
            <a:r>
              <a:rPr lang="pt-BR" sz="2000" dirty="0">
                <a:solidFill>
                  <a:srgbClr val="003958"/>
                </a:solidFill>
              </a:rPr>
              <a:t>Vimos que poderíamos ainda ter a inclusão de mais um termo na escala, pois ainda temos mais um “espaço”, porém como esse termo não irá aparecer na tabela, ele não influenciará o modelo, portanto é desnecessário;</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Vejamos então, como ficou a nossa tabela.</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431419363"/>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a:xfrm>
            <a:off x="831850" y="1273228"/>
            <a:ext cx="10356483" cy="4491713"/>
          </a:xfrm>
        </p:spPr>
        <p:txBody>
          <a:bodyPr>
            <a:normAutofit/>
          </a:bodyPr>
          <a:lstStyle/>
          <a:p>
            <a:pPr marL="342900" indent="-342900">
              <a:buFont typeface="Arial" panose="020B0604020202020204" pitchFamily="34" charset="0"/>
              <a:buChar char="•"/>
            </a:pPr>
            <a:r>
              <a:rPr lang="pt-BR" sz="2200" dirty="0">
                <a:solidFill>
                  <a:srgbClr val="003958"/>
                </a:solidFill>
              </a:rPr>
              <a:t>Exemplo: Tempo de percurso x distância percorrida e quantidade de semáforos.</a:t>
            </a:r>
          </a:p>
        </p:txBody>
      </p:sp>
      <p:graphicFrame>
        <p:nvGraphicFramePr>
          <p:cNvPr id="2" name="Tabela 2">
            <a:extLst>
              <a:ext uri="{FF2B5EF4-FFF2-40B4-BE49-F238E27FC236}">
                <a16:creationId xmlns:a16="http://schemas.microsoft.com/office/drawing/2014/main" id="{1A700CA6-D2D6-46C8-88EF-BBA47844C5AE}"/>
              </a:ext>
            </a:extLst>
          </p:cNvPr>
          <p:cNvGraphicFramePr>
            <a:graphicFrameLocks noGrp="1"/>
          </p:cNvGraphicFramePr>
          <p:nvPr/>
        </p:nvGraphicFramePr>
        <p:xfrm>
          <a:off x="640080" y="1765864"/>
          <a:ext cx="10548251" cy="4897120"/>
        </p:xfrm>
        <a:graphic>
          <a:graphicData uri="http://schemas.openxmlformats.org/drawingml/2006/table">
            <a:tbl>
              <a:tblPr firstRow="1" bandRow="1">
                <a:tableStyleId>{5C22544A-7EE6-4342-B048-85BDC9FD1C3A}</a:tableStyleId>
              </a:tblPr>
              <a:tblGrid>
                <a:gridCol w="1506893">
                  <a:extLst>
                    <a:ext uri="{9D8B030D-6E8A-4147-A177-3AD203B41FA5}">
                      <a16:colId xmlns:a16="http://schemas.microsoft.com/office/drawing/2014/main" val="3150072114"/>
                    </a:ext>
                  </a:extLst>
                </a:gridCol>
                <a:gridCol w="1506893">
                  <a:extLst>
                    <a:ext uri="{9D8B030D-6E8A-4147-A177-3AD203B41FA5}">
                      <a16:colId xmlns:a16="http://schemas.microsoft.com/office/drawing/2014/main" val="3678508455"/>
                    </a:ext>
                  </a:extLst>
                </a:gridCol>
                <a:gridCol w="1506893">
                  <a:extLst>
                    <a:ext uri="{9D8B030D-6E8A-4147-A177-3AD203B41FA5}">
                      <a16:colId xmlns:a16="http://schemas.microsoft.com/office/drawing/2014/main" val="2608626791"/>
                    </a:ext>
                  </a:extLst>
                </a:gridCol>
                <a:gridCol w="1506893">
                  <a:extLst>
                    <a:ext uri="{9D8B030D-6E8A-4147-A177-3AD203B41FA5}">
                      <a16:colId xmlns:a16="http://schemas.microsoft.com/office/drawing/2014/main" val="3195813749"/>
                    </a:ext>
                  </a:extLst>
                </a:gridCol>
                <a:gridCol w="1506893">
                  <a:extLst>
                    <a:ext uri="{9D8B030D-6E8A-4147-A177-3AD203B41FA5}">
                      <a16:colId xmlns:a16="http://schemas.microsoft.com/office/drawing/2014/main" val="3111013057"/>
                    </a:ext>
                  </a:extLst>
                </a:gridCol>
                <a:gridCol w="1506893">
                  <a:extLst>
                    <a:ext uri="{9D8B030D-6E8A-4147-A177-3AD203B41FA5}">
                      <a16:colId xmlns:a16="http://schemas.microsoft.com/office/drawing/2014/main" val="3903715818"/>
                    </a:ext>
                  </a:extLst>
                </a:gridCol>
                <a:gridCol w="1506893">
                  <a:extLst>
                    <a:ext uri="{9D8B030D-6E8A-4147-A177-3AD203B41FA5}">
                      <a16:colId xmlns:a16="http://schemas.microsoft.com/office/drawing/2014/main" val="3106622151"/>
                    </a:ext>
                  </a:extLst>
                </a:gridCol>
              </a:tblGrid>
              <a:tr h="370840">
                <a:tc>
                  <a:txBody>
                    <a:bodyPr/>
                    <a:lstStyle/>
                    <a:p>
                      <a:r>
                        <a:rPr lang="pt-BR" dirty="0"/>
                        <a:t>Estudante</a:t>
                      </a:r>
                      <a:endParaRPr lang="en-US" dirty="0"/>
                    </a:p>
                  </a:txBody>
                  <a:tcPr/>
                </a:tc>
                <a:tc>
                  <a:txBody>
                    <a:bodyPr/>
                    <a:lstStyle/>
                    <a:p>
                      <a:r>
                        <a:rPr lang="pt-BR" dirty="0"/>
                        <a:t>Tempo para chegar à escola (minutos)</a:t>
                      </a:r>
                      <a:endParaRPr lang="en-US" dirty="0"/>
                    </a:p>
                  </a:txBody>
                  <a:tcPr/>
                </a:tc>
                <a:tc>
                  <a:txBody>
                    <a:bodyPr/>
                    <a:lstStyle/>
                    <a:p>
                      <a:r>
                        <a:rPr lang="pt-BR" dirty="0"/>
                        <a:t>Distância percorrida (km)</a:t>
                      </a:r>
                      <a:endParaRPr lang="en-US" dirty="0"/>
                    </a:p>
                  </a:txBody>
                  <a:tcPr/>
                </a:tc>
                <a:tc>
                  <a:txBody>
                    <a:bodyPr/>
                    <a:lstStyle/>
                    <a:p>
                      <a:r>
                        <a:rPr lang="pt-BR" dirty="0"/>
                        <a:t>Semáforos no caminho</a:t>
                      </a:r>
                      <a:endParaRPr lang="en-US" dirty="0"/>
                    </a:p>
                  </a:txBody>
                  <a:tcPr/>
                </a:tc>
                <a:tc>
                  <a:txBody>
                    <a:bodyPr/>
                    <a:lstStyle/>
                    <a:p>
                      <a:r>
                        <a:rPr lang="pt-BR" dirty="0"/>
                        <a:t>Período do dia</a:t>
                      </a:r>
                      <a:endParaRPr lang="en-US" dirty="0"/>
                    </a:p>
                  </a:txBody>
                  <a:tcPr/>
                </a:tc>
                <a:tc>
                  <a:txBody>
                    <a:bodyPr/>
                    <a:lstStyle/>
                    <a:p>
                      <a:r>
                        <a:rPr lang="pt-BR" dirty="0"/>
                        <a:t>Estilo (Bit1)</a:t>
                      </a:r>
                      <a:endParaRPr lang="en-US" dirty="0"/>
                    </a:p>
                  </a:txBody>
                  <a:tcPr/>
                </a:tc>
                <a:tc>
                  <a:txBody>
                    <a:bodyPr/>
                    <a:lstStyle/>
                    <a:p>
                      <a:r>
                        <a:rPr lang="pt-BR" dirty="0"/>
                        <a:t>Estilo (Bit2)</a:t>
                      </a:r>
                      <a:endParaRPr lang="en-US" dirty="0"/>
                    </a:p>
                  </a:txBody>
                  <a:tcPr/>
                </a:tc>
                <a:extLst>
                  <a:ext uri="{0D108BD9-81ED-4DB2-BD59-A6C34878D82A}">
                    <a16:rowId xmlns:a16="http://schemas.microsoft.com/office/drawing/2014/main" val="1355002434"/>
                  </a:ext>
                </a:extLst>
              </a:tr>
              <a:tr h="370840">
                <a:tc>
                  <a:txBody>
                    <a:bodyPr/>
                    <a:lstStyle/>
                    <a:p>
                      <a:r>
                        <a:rPr lang="pt-BR" dirty="0"/>
                        <a:t>Gabriela</a:t>
                      </a:r>
                      <a:endParaRPr lang="en-US" dirty="0"/>
                    </a:p>
                  </a:txBody>
                  <a:tcPr/>
                </a:tc>
                <a:tc>
                  <a:txBody>
                    <a:bodyPr/>
                    <a:lstStyle/>
                    <a:p>
                      <a:pPr algn="ctr"/>
                      <a:r>
                        <a:rPr lang="pt-BR" dirty="0"/>
                        <a:t>15</a:t>
                      </a:r>
                      <a:endParaRPr lang="en-US" dirty="0"/>
                    </a:p>
                  </a:txBody>
                  <a:tcPr/>
                </a:tc>
                <a:tc>
                  <a:txBody>
                    <a:bodyPr/>
                    <a:lstStyle/>
                    <a:p>
                      <a:pPr algn="ctr"/>
                      <a:r>
                        <a:rPr lang="pt-BR" dirty="0"/>
                        <a:t>8</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1992682082"/>
                  </a:ext>
                </a:extLst>
              </a:tr>
              <a:tr h="370840">
                <a:tc>
                  <a:txBody>
                    <a:bodyPr/>
                    <a:lstStyle/>
                    <a:p>
                      <a:r>
                        <a:rPr lang="pt-BR" dirty="0"/>
                        <a:t>Dalila</a:t>
                      </a:r>
                      <a:endParaRPr lang="en-US" dirty="0"/>
                    </a:p>
                  </a:txBody>
                  <a:tcPr/>
                </a:tc>
                <a:tc>
                  <a:txBody>
                    <a:bodyPr/>
                    <a:lstStyle/>
                    <a:p>
                      <a:pPr algn="ctr"/>
                      <a:r>
                        <a:rPr lang="pt-BR" dirty="0"/>
                        <a:t>20</a:t>
                      </a:r>
                      <a:endParaRPr lang="en-US" dirty="0"/>
                    </a:p>
                  </a:txBody>
                  <a:tcPr/>
                </a:tc>
                <a:tc>
                  <a:txBody>
                    <a:bodyPr/>
                    <a:lstStyle/>
                    <a:p>
                      <a:pPr algn="ctr"/>
                      <a:r>
                        <a:rPr lang="pt-BR" dirty="0"/>
                        <a:t>6</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3713857877"/>
                  </a:ext>
                </a:extLst>
              </a:tr>
              <a:tr h="370840">
                <a:tc>
                  <a:txBody>
                    <a:bodyPr/>
                    <a:lstStyle/>
                    <a:p>
                      <a:r>
                        <a:rPr lang="pt-BR" dirty="0"/>
                        <a:t>Gustavo</a:t>
                      </a:r>
                      <a:endParaRPr lang="en-US" dirty="0"/>
                    </a:p>
                  </a:txBody>
                  <a:tcPr/>
                </a:tc>
                <a:tc>
                  <a:txBody>
                    <a:bodyPr/>
                    <a:lstStyle/>
                    <a:p>
                      <a:pPr algn="ctr"/>
                      <a:r>
                        <a:rPr lang="pt-BR" dirty="0"/>
                        <a:t>20</a:t>
                      </a:r>
                      <a:endParaRPr lang="en-US" dirty="0"/>
                    </a:p>
                  </a:txBody>
                  <a:tcPr/>
                </a:tc>
                <a:tc>
                  <a:txBody>
                    <a:bodyPr/>
                    <a:lstStyle/>
                    <a:p>
                      <a:pPr algn="ctr"/>
                      <a:r>
                        <a:rPr lang="pt-BR" dirty="0"/>
                        <a:t>15</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1068879558"/>
                  </a:ext>
                </a:extLst>
              </a:tr>
              <a:tr h="370840">
                <a:tc>
                  <a:txBody>
                    <a:bodyPr/>
                    <a:lstStyle/>
                    <a:p>
                      <a:r>
                        <a:rPr lang="pt-BR" dirty="0"/>
                        <a:t>Letícia</a:t>
                      </a:r>
                      <a:endParaRPr lang="en-US" dirty="0"/>
                    </a:p>
                  </a:txBody>
                  <a:tcPr/>
                </a:tc>
                <a:tc>
                  <a:txBody>
                    <a:bodyPr/>
                    <a:lstStyle/>
                    <a:p>
                      <a:pPr algn="ctr"/>
                      <a:r>
                        <a:rPr lang="pt-BR" dirty="0"/>
                        <a:t>40</a:t>
                      </a:r>
                      <a:endParaRPr lang="en-US" dirty="0"/>
                    </a:p>
                  </a:txBody>
                  <a:tcPr/>
                </a:tc>
                <a:tc>
                  <a:txBody>
                    <a:bodyPr/>
                    <a:lstStyle/>
                    <a:p>
                      <a:pPr algn="ctr"/>
                      <a:r>
                        <a:rPr lang="pt-BR" dirty="0"/>
                        <a:t>20</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166163808"/>
                  </a:ext>
                </a:extLst>
              </a:tr>
              <a:tr h="370840">
                <a:tc>
                  <a:txBody>
                    <a:bodyPr/>
                    <a:lstStyle/>
                    <a:p>
                      <a:r>
                        <a:rPr lang="pt-BR" dirty="0"/>
                        <a:t>Luiz</a:t>
                      </a:r>
                      <a:endParaRPr lang="en-US" dirty="0"/>
                    </a:p>
                  </a:txBody>
                  <a:tcPr/>
                </a:tc>
                <a:tc>
                  <a:txBody>
                    <a:bodyPr/>
                    <a:lstStyle/>
                    <a:p>
                      <a:pPr algn="ctr"/>
                      <a:r>
                        <a:rPr lang="pt-BR" dirty="0"/>
                        <a:t>50</a:t>
                      </a:r>
                      <a:endParaRPr lang="en-US" dirty="0"/>
                    </a:p>
                  </a:txBody>
                  <a:tcPr/>
                </a:tc>
                <a:tc>
                  <a:txBody>
                    <a:bodyPr/>
                    <a:lstStyle/>
                    <a:p>
                      <a:pPr algn="ctr"/>
                      <a:r>
                        <a:rPr lang="pt-BR" dirty="0"/>
                        <a:t>25</a:t>
                      </a:r>
                      <a:endParaRPr lang="en-US" dirty="0"/>
                    </a:p>
                  </a:txBody>
                  <a:tcPr/>
                </a:tc>
                <a:tc>
                  <a:txBody>
                    <a:bodyPr/>
                    <a:lstStyle/>
                    <a:p>
                      <a:pPr algn="ctr"/>
                      <a:r>
                        <a:rPr lang="pt-BR" dirty="0"/>
                        <a:t>2</a:t>
                      </a:r>
                      <a:endParaRPr lang="en-US" dirty="0"/>
                    </a:p>
                  </a:txBody>
                  <a:tcPr/>
                </a:tc>
                <a:tc>
                  <a:txBody>
                    <a:bodyPr/>
                    <a:lstStyle/>
                    <a:p>
                      <a:pPr algn="ctr"/>
                      <a:r>
                        <a:rPr lang="pt-BR" dirty="0"/>
                        <a:t>0</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297405629"/>
                  </a:ext>
                </a:extLst>
              </a:tr>
              <a:tr h="370840">
                <a:tc>
                  <a:txBody>
                    <a:bodyPr/>
                    <a:lstStyle/>
                    <a:p>
                      <a:r>
                        <a:rPr lang="pt-BR" dirty="0"/>
                        <a:t>Leonor</a:t>
                      </a:r>
                      <a:endParaRPr lang="en-US" dirty="0"/>
                    </a:p>
                  </a:txBody>
                  <a:tcPr/>
                </a:tc>
                <a:tc>
                  <a:txBody>
                    <a:bodyPr/>
                    <a:lstStyle/>
                    <a:p>
                      <a:pPr algn="ctr"/>
                      <a:r>
                        <a:rPr lang="pt-BR" dirty="0"/>
                        <a:t>25</a:t>
                      </a:r>
                      <a:endParaRPr lang="en-US" dirty="0"/>
                    </a:p>
                  </a:txBody>
                  <a:tcPr/>
                </a:tc>
                <a:tc>
                  <a:txBody>
                    <a:bodyPr/>
                    <a:lstStyle/>
                    <a:p>
                      <a:pPr algn="ctr"/>
                      <a:r>
                        <a:rPr lang="pt-BR" dirty="0"/>
                        <a:t>11</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1214763344"/>
                  </a:ext>
                </a:extLst>
              </a:tr>
              <a:tr h="370840">
                <a:tc>
                  <a:txBody>
                    <a:bodyPr/>
                    <a:lstStyle/>
                    <a:p>
                      <a:r>
                        <a:rPr lang="pt-BR" dirty="0"/>
                        <a:t>Ana</a:t>
                      </a:r>
                      <a:endParaRPr lang="en-US" dirty="0"/>
                    </a:p>
                  </a:txBody>
                  <a:tcPr/>
                </a:tc>
                <a:tc>
                  <a:txBody>
                    <a:bodyPr/>
                    <a:lstStyle/>
                    <a:p>
                      <a:pPr algn="ctr"/>
                      <a:r>
                        <a:rPr lang="pt-BR" dirty="0"/>
                        <a:t>10</a:t>
                      </a:r>
                      <a:endParaRPr lang="en-US" dirty="0"/>
                    </a:p>
                  </a:txBody>
                  <a:tcPr/>
                </a:tc>
                <a:tc>
                  <a:txBody>
                    <a:bodyPr/>
                    <a:lstStyle/>
                    <a:p>
                      <a:pPr algn="ctr"/>
                      <a:r>
                        <a:rPr lang="pt-BR" dirty="0"/>
                        <a:t>5</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2211047540"/>
                  </a:ext>
                </a:extLst>
              </a:tr>
              <a:tr h="370840">
                <a:tc>
                  <a:txBody>
                    <a:bodyPr/>
                    <a:lstStyle/>
                    <a:p>
                      <a:r>
                        <a:rPr lang="pt-BR" dirty="0"/>
                        <a:t>Antônio</a:t>
                      </a:r>
                      <a:endParaRPr lang="en-US" dirty="0"/>
                    </a:p>
                  </a:txBody>
                  <a:tcPr/>
                </a:tc>
                <a:tc>
                  <a:txBody>
                    <a:bodyPr/>
                    <a:lstStyle/>
                    <a:p>
                      <a:pPr algn="ctr"/>
                      <a:r>
                        <a:rPr lang="pt-BR" dirty="0"/>
                        <a:t>55</a:t>
                      </a:r>
                      <a:endParaRPr lang="en-US" dirty="0"/>
                    </a:p>
                  </a:txBody>
                  <a:tcPr/>
                </a:tc>
                <a:tc>
                  <a:txBody>
                    <a:bodyPr/>
                    <a:lstStyle/>
                    <a:p>
                      <a:pPr algn="ctr"/>
                      <a:r>
                        <a:rPr lang="pt-BR" dirty="0"/>
                        <a:t>32</a:t>
                      </a:r>
                      <a:endParaRPr lang="en-US" dirty="0"/>
                    </a:p>
                  </a:txBody>
                  <a:tcPr/>
                </a:tc>
                <a:tc>
                  <a:txBody>
                    <a:bodyPr/>
                    <a:lstStyle/>
                    <a:p>
                      <a:pPr algn="ctr"/>
                      <a:r>
                        <a:rPr lang="pt-BR" dirty="0"/>
                        <a:t>3</a:t>
                      </a:r>
                      <a:endParaRPr lang="en-US" dirty="0"/>
                    </a:p>
                  </a:txBody>
                  <a:tcPr/>
                </a:tc>
                <a:tc>
                  <a:txBody>
                    <a:bodyPr/>
                    <a:lstStyle/>
                    <a:p>
                      <a:pPr algn="ctr"/>
                      <a:r>
                        <a:rPr lang="pt-BR" dirty="0"/>
                        <a:t>0</a:t>
                      </a:r>
                      <a:endParaRPr lang="en-US" dirty="0"/>
                    </a:p>
                  </a:txBody>
                  <a:tcPr/>
                </a:tc>
                <a:tc>
                  <a:txBody>
                    <a:bodyPr/>
                    <a:lstStyle/>
                    <a:p>
                      <a:pPr algn="ctr"/>
                      <a:r>
                        <a:rPr lang="pt-BR" dirty="0"/>
                        <a:t>0</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60314464"/>
                  </a:ext>
                </a:extLst>
              </a:tr>
              <a:tr h="370840">
                <a:tc>
                  <a:txBody>
                    <a:bodyPr/>
                    <a:lstStyle/>
                    <a:p>
                      <a:r>
                        <a:rPr lang="pt-BR" dirty="0"/>
                        <a:t>Júlia</a:t>
                      </a:r>
                      <a:endParaRPr lang="en-US" dirty="0"/>
                    </a:p>
                  </a:txBody>
                  <a:tcPr/>
                </a:tc>
                <a:tc>
                  <a:txBody>
                    <a:bodyPr/>
                    <a:lstStyle/>
                    <a:p>
                      <a:pPr algn="ctr"/>
                      <a:r>
                        <a:rPr lang="pt-BR" dirty="0"/>
                        <a:t>35</a:t>
                      </a:r>
                      <a:endParaRPr lang="en-US" dirty="0"/>
                    </a:p>
                  </a:txBody>
                  <a:tcPr/>
                </a:tc>
                <a:tc>
                  <a:txBody>
                    <a:bodyPr/>
                    <a:lstStyle/>
                    <a:p>
                      <a:pPr algn="ctr"/>
                      <a:r>
                        <a:rPr lang="pt-BR" dirty="0"/>
                        <a:t>28</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370475271"/>
                  </a:ext>
                </a:extLst>
              </a:tr>
              <a:tr h="370840">
                <a:tc>
                  <a:txBody>
                    <a:bodyPr/>
                    <a:lstStyle/>
                    <a:p>
                      <a:r>
                        <a:rPr lang="pt-BR" dirty="0"/>
                        <a:t>Mariana</a:t>
                      </a:r>
                      <a:endParaRPr lang="en-US" dirty="0"/>
                    </a:p>
                  </a:txBody>
                  <a:tcPr/>
                </a:tc>
                <a:tc>
                  <a:txBody>
                    <a:bodyPr/>
                    <a:lstStyle/>
                    <a:p>
                      <a:pPr algn="ctr"/>
                      <a:r>
                        <a:rPr lang="pt-BR" dirty="0"/>
                        <a:t>30</a:t>
                      </a:r>
                      <a:endParaRPr lang="en-US" dirty="0"/>
                    </a:p>
                  </a:txBody>
                  <a:tcPr/>
                </a:tc>
                <a:tc>
                  <a:txBody>
                    <a:bodyPr/>
                    <a:lstStyle/>
                    <a:p>
                      <a:pPr algn="ctr"/>
                      <a:r>
                        <a:rPr lang="pt-BR" dirty="0"/>
                        <a:t>20</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1004583620"/>
                  </a:ext>
                </a:extLst>
              </a:tr>
            </a:tbl>
          </a:graphicData>
        </a:graphic>
      </p:graphicFrame>
    </p:spTree>
    <p:extLst>
      <p:ext uri="{BB962C8B-B14F-4D97-AF65-F5344CB8AC3E}">
        <p14:creationId xmlns:p14="http://schemas.microsoft.com/office/powerpoint/2010/main" val="599426809"/>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Regressão Linear Múltipla</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200" dirty="0">
                <a:solidFill>
                  <a:srgbClr val="003958"/>
                </a:solidFill>
              </a:rPr>
              <a:t>Bom a inclusão dessa variável fez com o que o nosso resultado piorasse, tudo bem, se ela não for importante como já falamos podemos retirá-la, tudo dependerá do nosso contexto;</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Portanto, vimos que a inclusão de variáveis qualitativas também é possível, porém isso faz com que a complexidade do modelo aumente consideravelmente;</a:t>
            </a:r>
          </a:p>
          <a:p>
            <a:pPr marL="342900" indent="-342900">
              <a:buFont typeface="Arial" panose="020B0604020202020204" pitchFamily="34" charset="0"/>
              <a:buChar char="•"/>
            </a:pPr>
            <a:endParaRPr lang="pt-BR" sz="2200" dirty="0">
              <a:solidFill>
                <a:srgbClr val="003958"/>
              </a:solidFill>
            </a:endParaRPr>
          </a:p>
          <a:p>
            <a:pPr marL="342900" indent="-342900">
              <a:buFont typeface="Arial" panose="020B0604020202020204" pitchFamily="34" charset="0"/>
              <a:buChar char="•"/>
            </a:pPr>
            <a:r>
              <a:rPr lang="pt-BR" sz="2200" dirty="0">
                <a:solidFill>
                  <a:srgbClr val="003958"/>
                </a:solidFill>
              </a:rPr>
              <a:t>Inclusive até a sua compreensão fica mais complexa, pois temos que criar escalas quando existem muitos termos qualitativos em nossa variável.</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spTree>
    <p:extLst>
      <p:ext uri="{BB962C8B-B14F-4D97-AF65-F5344CB8AC3E}">
        <p14:creationId xmlns:p14="http://schemas.microsoft.com/office/powerpoint/2010/main" val="592602381"/>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Estimativa Intervalar</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pt-BR" sz="2000" dirty="0">
                <a:solidFill>
                  <a:srgbClr val="003958"/>
                </a:solidFill>
              </a:rPr>
              <a:t>Na aula vimos como se faz a um modelo para valores futuros em regressão linear múltipla;</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Por agora, como faço para fazer a predição do meu valor futuro?</a:t>
            </a:r>
          </a:p>
          <a:p>
            <a:pPr marL="342900" indent="-342900">
              <a:buFont typeface="Arial" panose="020B0604020202020204" pitchFamily="34" charset="0"/>
              <a:buChar char="•"/>
            </a:pPr>
            <a:endParaRPr lang="pt-BR" sz="2000" dirty="0">
              <a:solidFill>
                <a:srgbClr val="003958"/>
              </a:solidFill>
            </a:endParaRPr>
          </a:p>
          <a:p>
            <a:pPr marL="342900" indent="-342900">
              <a:buFont typeface="Arial" panose="020B0604020202020204" pitchFamily="34" charset="0"/>
              <a:buChar char="•"/>
            </a:pPr>
            <a:r>
              <a:rPr lang="pt-BR" sz="2000" dirty="0">
                <a:solidFill>
                  <a:srgbClr val="003958"/>
                </a:solidFill>
              </a:rPr>
              <a:t>Por exemplo, quanto tempo seria gasto nos seguintes casos abaixo.</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p:txBody>
      </p:sp>
      <p:graphicFrame>
        <p:nvGraphicFramePr>
          <p:cNvPr id="5" name="Tabela 2">
            <a:extLst>
              <a:ext uri="{FF2B5EF4-FFF2-40B4-BE49-F238E27FC236}">
                <a16:creationId xmlns:a16="http://schemas.microsoft.com/office/drawing/2014/main" id="{B6FB2C82-631B-4FE3-9149-46F405AC55C3}"/>
              </a:ext>
            </a:extLst>
          </p:cNvPr>
          <p:cNvGraphicFramePr>
            <a:graphicFrameLocks noGrp="1"/>
          </p:cNvGraphicFramePr>
          <p:nvPr/>
        </p:nvGraphicFramePr>
        <p:xfrm>
          <a:off x="1910444" y="4490262"/>
          <a:ext cx="7714212" cy="2011680"/>
        </p:xfrm>
        <a:graphic>
          <a:graphicData uri="http://schemas.openxmlformats.org/drawingml/2006/table">
            <a:tbl>
              <a:tblPr firstRow="1" bandRow="1">
                <a:tableStyleId>{5C22544A-7EE6-4342-B048-85BDC9FD1C3A}</a:tableStyleId>
              </a:tblPr>
              <a:tblGrid>
                <a:gridCol w="1285702">
                  <a:extLst>
                    <a:ext uri="{9D8B030D-6E8A-4147-A177-3AD203B41FA5}">
                      <a16:colId xmlns:a16="http://schemas.microsoft.com/office/drawing/2014/main" val="3150072114"/>
                    </a:ext>
                  </a:extLst>
                </a:gridCol>
                <a:gridCol w="1285702">
                  <a:extLst>
                    <a:ext uri="{9D8B030D-6E8A-4147-A177-3AD203B41FA5}">
                      <a16:colId xmlns:a16="http://schemas.microsoft.com/office/drawing/2014/main" val="2608626791"/>
                    </a:ext>
                  </a:extLst>
                </a:gridCol>
                <a:gridCol w="1285702">
                  <a:extLst>
                    <a:ext uri="{9D8B030D-6E8A-4147-A177-3AD203B41FA5}">
                      <a16:colId xmlns:a16="http://schemas.microsoft.com/office/drawing/2014/main" val="3195813749"/>
                    </a:ext>
                  </a:extLst>
                </a:gridCol>
                <a:gridCol w="1285702">
                  <a:extLst>
                    <a:ext uri="{9D8B030D-6E8A-4147-A177-3AD203B41FA5}">
                      <a16:colId xmlns:a16="http://schemas.microsoft.com/office/drawing/2014/main" val="3111013057"/>
                    </a:ext>
                  </a:extLst>
                </a:gridCol>
                <a:gridCol w="1285702">
                  <a:extLst>
                    <a:ext uri="{9D8B030D-6E8A-4147-A177-3AD203B41FA5}">
                      <a16:colId xmlns:a16="http://schemas.microsoft.com/office/drawing/2014/main" val="3903715818"/>
                    </a:ext>
                  </a:extLst>
                </a:gridCol>
                <a:gridCol w="1285702">
                  <a:extLst>
                    <a:ext uri="{9D8B030D-6E8A-4147-A177-3AD203B41FA5}">
                      <a16:colId xmlns:a16="http://schemas.microsoft.com/office/drawing/2014/main" val="3106622151"/>
                    </a:ext>
                  </a:extLst>
                </a:gridCol>
              </a:tblGrid>
              <a:tr h="537767">
                <a:tc>
                  <a:txBody>
                    <a:bodyPr/>
                    <a:lstStyle/>
                    <a:p>
                      <a:r>
                        <a:rPr lang="pt-BR" dirty="0"/>
                        <a:t>Estudante</a:t>
                      </a:r>
                      <a:endParaRPr lang="en-US" dirty="0"/>
                    </a:p>
                  </a:txBody>
                  <a:tcPr/>
                </a:tc>
                <a:tc>
                  <a:txBody>
                    <a:bodyPr/>
                    <a:lstStyle/>
                    <a:p>
                      <a:r>
                        <a:rPr lang="pt-BR" dirty="0"/>
                        <a:t>Distância percorrida (km)</a:t>
                      </a:r>
                      <a:endParaRPr lang="en-US" dirty="0"/>
                    </a:p>
                  </a:txBody>
                  <a:tcPr/>
                </a:tc>
                <a:tc>
                  <a:txBody>
                    <a:bodyPr/>
                    <a:lstStyle/>
                    <a:p>
                      <a:r>
                        <a:rPr lang="pt-BR" dirty="0"/>
                        <a:t>Semáforos no caminho</a:t>
                      </a:r>
                      <a:endParaRPr lang="en-US" dirty="0"/>
                    </a:p>
                  </a:txBody>
                  <a:tcPr/>
                </a:tc>
                <a:tc>
                  <a:txBody>
                    <a:bodyPr/>
                    <a:lstStyle/>
                    <a:p>
                      <a:r>
                        <a:rPr lang="pt-BR" dirty="0"/>
                        <a:t>Período do dia</a:t>
                      </a:r>
                      <a:endParaRPr lang="en-US" dirty="0"/>
                    </a:p>
                  </a:txBody>
                  <a:tcPr/>
                </a:tc>
                <a:tc>
                  <a:txBody>
                    <a:bodyPr/>
                    <a:lstStyle/>
                    <a:p>
                      <a:r>
                        <a:rPr lang="pt-BR" dirty="0"/>
                        <a:t>Estilo (Bit1)</a:t>
                      </a:r>
                      <a:endParaRPr lang="en-US" dirty="0"/>
                    </a:p>
                  </a:txBody>
                  <a:tcPr/>
                </a:tc>
                <a:tc>
                  <a:txBody>
                    <a:bodyPr/>
                    <a:lstStyle/>
                    <a:p>
                      <a:r>
                        <a:rPr lang="pt-BR" dirty="0"/>
                        <a:t>Estilo (Bit2)</a:t>
                      </a:r>
                      <a:endParaRPr lang="en-US" dirty="0"/>
                    </a:p>
                  </a:txBody>
                  <a:tcPr/>
                </a:tc>
                <a:extLst>
                  <a:ext uri="{0D108BD9-81ED-4DB2-BD59-A6C34878D82A}">
                    <a16:rowId xmlns:a16="http://schemas.microsoft.com/office/drawing/2014/main" val="1355002434"/>
                  </a:ext>
                </a:extLst>
              </a:tr>
              <a:tr h="215107">
                <a:tc>
                  <a:txBody>
                    <a:bodyPr/>
                    <a:lstStyle/>
                    <a:p>
                      <a:r>
                        <a:rPr lang="pt-BR" dirty="0"/>
                        <a:t>Leonardo</a:t>
                      </a:r>
                      <a:endParaRPr lang="en-US" dirty="0"/>
                    </a:p>
                  </a:txBody>
                  <a:tcPr/>
                </a:tc>
                <a:tc>
                  <a:txBody>
                    <a:bodyPr/>
                    <a:lstStyle/>
                    <a:p>
                      <a:pPr algn="ctr"/>
                      <a:r>
                        <a:rPr lang="pt-BR" dirty="0"/>
                        <a:t>12</a:t>
                      </a:r>
                      <a:endParaRPr lang="en-US" dirty="0"/>
                    </a:p>
                  </a:txBody>
                  <a:tcPr/>
                </a:tc>
                <a:tc>
                  <a:txBody>
                    <a:bodyPr/>
                    <a:lstStyle/>
                    <a:p>
                      <a:pPr algn="ctr"/>
                      <a:r>
                        <a:rPr lang="pt-BR" dirty="0"/>
                        <a:t>2</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tc>
                  <a:txBody>
                    <a:bodyPr/>
                    <a:lstStyle/>
                    <a:p>
                      <a:pPr algn="ctr"/>
                      <a:r>
                        <a:rPr lang="pt-BR" dirty="0"/>
                        <a:t>1</a:t>
                      </a:r>
                      <a:endParaRPr lang="en-US" dirty="0"/>
                    </a:p>
                  </a:txBody>
                  <a:tcPr/>
                </a:tc>
                <a:extLst>
                  <a:ext uri="{0D108BD9-81ED-4DB2-BD59-A6C34878D82A}">
                    <a16:rowId xmlns:a16="http://schemas.microsoft.com/office/drawing/2014/main" val="1992682082"/>
                  </a:ext>
                </a:extLst>
              </a:tr>
              <a:tr h="215107">
                <a:tc>
                  <a:txBody>
                    <a:bodyPr/>
                    <a:lstStyle/>
                    <a:p>
                      <a:r>
                        <a:rPr lang="pt-BR" dirty="0"/>
                        <a:t>Fábio</a:t>
                      </a:r>
                      <a:endParaRPr lang="en-US" dirty="0"/>
                    </a:p>
                  </a:txBody>
                  <a:tcPr/>
                </a:tc>
                <a:tc>
                  <a:txBody>
                    <a:bodyPr/>
                    <a:lstStyle/>
                    <a:p>
                      <a:pPr algn="ctr"/>
                      <a:r>
                        <a:rPr lang="pt-BR" dirty="0"/>
                        <a:t>30</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3713857877"/>
                  </a:ext>
                </a:extLst>
              </a:tr>
              <a:tr h="215107">
                <a:tc>
                  <a:txBody>
                    <a:bodyPr/>
                    <a:lstStyle/>
                    <a:p>
                      <a:r>
                        <a:rPr lang="pt-BR" dirty="0"/>
                        <a:t>Mateus</a:t>
                      </a:r>
                      <a:endParaRPr lang="en-US" dirty="0"/>
                    </a:p>
                  </a:txBody>
                  <a:tcPr/>
                </a:tc>
                <a:tc>
                  <a:txBody>
                    <a:bodyPr/>
                    <a:lstStyle/>
                    <a:p>
                      <a:pPr algn="ctr"/>
                      <a:r>
                        <a:rPr lang="pt-BR" dirty="0"/>
                        <a:t>15</a:t>
                      </a:r>
                      <a:endParaRPr lang="en-US" dirty="0"/>
                    </a:p>
                  </a:txBody>
                  <a:tcPr/>
                </a:tc>
                <a:tc>
                  <a:txBody>
                    <a:bodyPr/>
                    <a:lstStyle/>
                    <a:p>
                      <a:pPr algn="ctr"/>
                      <a:r>
                        <a:rPr lang="pt-BR" dirty="0"/>
                        <a:t>0</a:t>
                      </a:r>
                      <a:endParaRPr lang="en-US" dirty="0"/>
                    </a:p>
                  </a:txBody>
                  <a:tcPr/>
                </a:tc>
                <a:tc>
                  <a:txBody>
                    <a:bodyPr/>
                    <a:lstStyle/>
                    <a:p>
                      <a:pPr algn="ctr"/>
                      <a:r>
                        <a:rPr lang="pt-BR" dirty="0"/>
                        <a:t>1</a:t>
                      </a:r>
                      <a:endParaRPr lang="en-US" dirty="0"/>
                    </a:p>
                  </a:txBody>
                  <a:tcPr/>
                </a:tc>
                <a:tc>
                  <a:txBody>
                    <a:bodyPr/>
                    <a:lstStyle/>
                    <a:p>
                      <a:pPr algn="ctr"/>
                      <a:r>
                        <a:rPr lang="pt-BR" dirty="0"/>
                        <a:t>0</a:t>
                      </a:r>
                      <a:endParaRPr lang="en-US" dirty="0"/>
                    </a:p>
                  </a:txBody>
                  <a:tcPr/>
                </a:tc>
                <a:tc>
                  <a:txBody>
                    <a:bodyPr/>
                    <a:lstStyle/>
                    <a:p>
                      <a:pPr algn="ctr"/>
                      <a:r>
                        <a:rPr lang="pt-BR" dirty="0"/>
                        <a:t>0</a:t>
                      </a:r>
                      <a:endParaRPr lang="en-US" dirty="0"/>
                    </a:p>
                  </a:txBody>
                  <a:tcPr/>
                </a:tc>
                <a:extLst>
                  <a:ext uri="{0D108BD9-81ED-4DB2-BD59-A6C34878D82A}">
                    <a16:rowId xmlns:a16="http://schemas.microsoft.com/office/drawing/2014/main" val="1068879558"/>
                  </a:ext>
                </a:extLst>
              </a:tr>
            </a:tbl>
          </a:graphicData>
        </a:graphic>
      </p:graphicFrame>
    </p:spTree>
    <p:extLst>
      <p:ext uri="{BB962C8B-B14F-4D97-AF65-F5344CB8AC3E}">
        <p14:creationId xmlns:p14="http://schemas.microsoft.com/office/powerpoint/2010/main" val="2074305142"/>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normAutofit/>
          </a:bodyPr>
          <a:lstStyle/>
          <a:p>
            <a:r>
              <a:rPr lang="pt-BR" dirty="0"/>
              <a:t>Exercícios</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a:xfrm>
            <a:off x="831850" y="1246909"/>
            <a:ext cx="10356483" cy="5124861"/>
          </a:xfrm>
        </p:spPr>
        <p:txBody>
          <a:bodyPr>
            <a:normAutofit/>
          </a:bodyPr>
          <a:lstStyle/>
          <a:p>
            <a:pPr marL="342900" indent="-342900">
              <a:buFont typeface="Arial" panose="020B0604020202020204" pitchFamily="34" charset="0"/>
              <a:buChar char="•"/>
            </a:pPr>
            <a:r>
              <a:rPr lang="pt-BR" sz="2200" dirty="0">
                <a:solidFill>
                  <a:srgbClr val="003958"/>
                </a:solidFill>
              </a:rPr>
              <a:t>1 – Considerando a tabela abaixo, faça um modelo de regressão linear múltipla para calcular o gasto calórico dos exercícios. </a:t>
            </a:r>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pPr marL="342900" indent="-342900">
              <a:buFont typeface="Arial" panose="020B0604020202020204" pitchFamily="34" charset="0"/>
              <a:buChar char="•"/>
            </a:pPr>
            <a:endParaRPr lang="pt-BR" dirty="0"/>
          </a:p>
          <a:p>
            <a:endParaRPr lang="pt-BR" dirty="0"/>
          </a:p>
          <a:p>
            <a:endParaRPr lang="pt-BR" dirty="0"/>
          </a:p>
          <a:p>
            <a:endParaRPr lang="pt-BR" dirty="0"/>
          </a:p>
        </p:txBody>
      </p:sp>
      <p:graphicFrame>
        <p:nvGraphicFramePr>
          <p:cNvPr id="5" name="Tabela 2">
            <a:extLst>
              <a:ext uri="{FF2B5EF4-FFF2-40B4-BE49-F238E27FC236}">
                <a16:creationId xmlns:a16="http://schemas.microsoft.com/office/drawing/2014/main" id="{B6FB2C82-631B-4FE3-9149-46F405AC55C3}"/>
              </a:ext>
            </a:extLst>
          </p:cNvPr>
          <p:cNvGraphicFramePr>
            <a:graphicFrameLocks noGrp="1"/>
          </p:cNvGraphicFramePr>
          <p:nvPr/>
        </p:nvGraphicFramePr>
        <p:xfrm>
          <a:off x="1413163" y="2011680"/>
          <a:ext cx="6417426" cy="4195367"/>
        </p:xfrm>
        <a:graphic>
          <a:graphicData uri="http://schemas.openxmlformats.org/drawingml/2006/table">
            <a:tbl>
              <a:tblPr firstRow="1" bandRow="1">
                <a:tableStyleId>{5C22544A-7EE6-4342-B048-85BDC9FD1C3A}</a:tableStyleId>
              </a:tblPr>
              <a:tblGrid>
                <a:gridCol w="2139142">
                  <a:extLst>
                    <a:ext uri="{9D8B030D-6E8A-4147-A177-3AD203B41FA5}">
                      <a16:colId xmlns:a16="http://schemas.microsoft.com/office/drawing/2014/main" val="2608626791"/>
                    </a:ext>
                  </a:extLst>
                </a:gridCol>
                <a:gridCol w="2139142">
                  <a:extLst>
                    <a:ext uri="{9D8B030D-6E8A-4147-A177-3AD203B41FA5}">
                      <a16:colId xmlns:a16="http://schemas.microsoft.com/office/drawing/2014/main" val="3195813749"/>
                    </a:ext>
                  </a:extLst>
                </a:gridCol>
                <a:gridCol w="2139142">
                  <a:extLst>
                    <a:ext uri="{9D8B030D-6E8A-4147-A177-3AD203B41FA5}">
                      <a16:colId xmlns:a16="http://schemas.microsoft.com/office/drawing/2014/main" val="3111013057"/>
                    </a:ext>
                  </a:extLst>
                </a:gridCol>
              </a:tblGrid>
              <a:tr h="537767">
                <a:tc>
                  <a:txBody>
                    <a:bodyPr/>
                    <a:lstStyle/>
                    <a:p>
                      <a:r>
                        <a:rPr lang="pt-BR" dirty="0"/>
                        <a:t>Calorias Gastas</a:t>
                      </a:r>
                      <a:endParaRPr lang="en-US" dirty="0"/>
                    </a:p>
                  </a:txBody>
                  <a:tcPr/>
                </a:tc>
                <a:tc>
                  <a:txBody>
                    <a:bodyPr/>
                    <a:lstStyle/>
                    <a:p>
                      <a:r>
                        <a:rPr lang="pt-BR" dirty="0"/>
                        <a:t>Tempo (minutos)</a:t>
                      </a:r>
                      <a:endParaRPr lang="en-US" dirty="0"/>
                    </a:p>
                  </a:txBody>
                  <a:tcPr/>
                </a:tc>
                <a:tc>
                  <a:txBody>
                    <a:bodyPr/>
                    <a:lstStyle/>
                    <a:p>
                      <a:r>
                        <a:rPr lang="pt-BR" dirty="0"/>
                        <a:t>Exercício</a:t>
                      </a:r>
                      <a:endParaRPr lang="en-US" dirty="0"/>
                    </a:p>
                  </a:txBody>
                  <a:tcPr/>
                </a:tc>
                <a:extLst>
                  <a:ext uri="{0D108BD9-81ED-4DB2-BD59-A6C34878D82A}">
                    <a16:rowId xmlns:a16="http://schemas.microsoft.com/office/drawing/2014/main" val="1355002434"/>
                  </a:ext>
                </a:extLst>
              </a:tr>
              <a:tr h="215107">
                <a:tc>
                  <a:txBody>
                    <a:bodyPr/>
                    <a:lstStyle/>
                    <a:p>
                      <a:pPr algn="ctr"/>
                      <a:r>
                        <a:rPr lang="pt-BR" dirty="0"/>
                        <a:t>274,5</a:t>
                      </a:r>
                      <a:endParaRPr lang="en-US" dirty="0"/>
                    </a:p>
                  </a:txBody>
                  <a:tcPr/>
                </a:tc>
                <a:tc>
                  <a:txBody>
                    <a:bodyPr/>
                    <a:lstStyle/>
                    <a:p>
                      <a:pPr algn="ctr"/>
                      <a:r>
                        <a:rPr lang="pt-BR" dirty="0"/>
                        <a:t>45</a:t>
                      </a:r>
                      <a:endParaRPr lang="en-US" dirty="0"/>
                    </a:p>
                  </a:txBody>
                  <a:tcPr/>
                </a:tc>
                <a:tc>
                  <a:txBody>
                    <a:bodyPr/>
                    <a:lstStyle/>
                    <a:p>
                      <a:pPr algn="ctr"/>
                      <a:r>
                        <a:rPr lang="pt-BR" dirty="0"/>
                        <a:t>Caminhada</a:t>
                      </a:r>
                      <a:endParaRPr lang="en-US" dirty="0"/>
                    </a:p>
                  </a:txBody>
                  <a:tcPr/>
                </a:tc>
                <a:extLst>
                  <a:ext uri="{0D108BD9-81ED-4DB2-BD59-A6C34878D82A}">
                    <a16:rowId xmlns:a16="http://schemas.microsoft.com/office/drawing/2014/main" val="1992682082"/>
                  </a:ext>
                </a:extLst>
              </a:tr>
              <a:tr h="215107">
                <a:tc>
                  <a:txBody>
                    <a:bodyPr/>
                    <a:lstStyle/>
                    <a:p>
                      <a:pPr algn="ctr"/>
                      <a:r>
                        <a:rPr lang="pt-BR" dirty="0"/>
                        <a:t>160</a:t>
                      </a:r>
                      <a:endParaRPr lang="en-US" dirty="0"/>
                    </a:p>
                  </a:txBody>
                  <a:tcPr/>
                </a:tc>
                <a:tc>
                  <a:txBody>
                    <a:bodyPr/>
                    <a:lstStyle/>
                    <a:p>
                      <a:pPr algn="ctr"/>
                      <a:r>
                        <a:rPr lang="pt-BR" dirty="0"/>
                        <a:t>10</a:t>
                      </a:r>
                      <a:endParaRPr lang="en-US" dirty="0"/>
                    </a:p>
                  </a:txBody>
                  <a:tcPr/>
                </a:tc>
                <a:tc>
                  <a:txBody>
                    <a:bodyPr/>
                    <a:lstStyle/>
                    <a:p>
                      <a:pPr algn="ctr"/>
                      <a:r>
                        <a:rPr lang="pt-BR" dirty="0"/>
                        <a:t>Corrida</a:t>
                      </a:r>
                      <a:endParaRPr lang="en-US" dirty="0"/>
                    </a:p>
                  </a:txBody>
                  <a:tcPr/>
                </a:tc>
                <a:extLst>
                  <a:ext uri="{0D108BD9-81ED-4DB2-BD59-A6C34878D82A}">
                    <a16:rowId xmlns:a16="http://schemas.microsoft.com/office/drawing/2014/main" val="3713857877"/>
                  </a:ext>
                </a:extLst>
              </a:tr>
              <a:tr h="215107">
                <a:tc>
                  <a:txBody>
                    <a:bodyPr/>
                    <a:lstStyle/>
                    <a:p>
                      <a:pPr algn="ctr"/>
                      <a:r>
                        <a:rPr lang="pt-BR" dirty="0"/>
                        <a:t>368</a:t>
                      </a:r>
                      <a:endParaRPr lang="en-US" dirty="0"/>
                    </a:p>
                  </a:txBody>
                  <a:tcPr/>
                </a:tc>
                <a:tc>
                  <a:txBody>
                    <a:bodyPr/>
                    <a:lstStyle/>
                    <a:p>
                      <a:pPr algn="ctr"/>
                      <a:r>
                        <a:rPr lang="pt-BR" dirty="0"/>
                        <a:t>23</a:t>
                      </a:r>
                      <a:endParaRPr lang="en-US" dirty="0"/>
                    </a:p>
                  </a:txBody>
                  <a:tcPr/>
                </a:tc>
                <a:tc>
                  <a:txBody>
                    <a:bodyPr/>
                    <a:lstStyle/>
                    <a:p>
                      <a:pPr algn="ctr"/>
                      <a:r>
                        <a:rPr lang="pt-BR" dirty="0"/>
                        <a:t>Corrida</a:t>
                      </a:r>
                      <a:endParaRPr lang="en-US" dirty="0"/>
                    </a:p>
                  </a:txBody>
                  <a:tcPr/>
                </a:tc>
                <a:extLst>
                  <a:ext uri="{0D108BD9-81ED-4DB2-BD59-A6C34878D82A}">
                    <a16:rowId xmlns:a16="http://schemas.microsoft.com/office/drawing/2014/main" val="1068879558"/>
                  </a:ext>
                </a:extLst>
              </a:tr>
              <a:tr h="215107">
                <a:tc>
                  <a:txBody>
                    <a:bodyPr/>
                    <a:lstStyle/>
                    <a:p>
                      <a:pPr algn="ctr"/>
                      <a:r>
                        <a:rPr lang="pt-BR" dirty="0"/>
                        <a:t>267</a:t>
                      </a:r>
                      <a:endParaRPr lang="en-US" dirty="0"/>
                    </a:p>
                  </a:txBody>
                  <a:tcPr/>
                </a:tc>
                <a:tc>
                  <a:txBody>
                    <a:bodyPr/>
                    <a:lstStyle/>
                    <a:p>
                      <a:pPr algn="ctr"/>
                      <a:r>
                        <a:rPr lang="pt-BR" dirty="0"/>
                        <a:t>30</a:t>
                      </a:r>
                      <a:endParaRPr lang="en-US" dirty="0"/>
                    </a:p>
                  </a:txBody>
                  <a:tcPr/>
                </a:tc>
                <a:tc>
                  <a:txBody>
                    <a:bodyPr/>
                    <a:lstStyle/>
                    <a:p>
                      <a:pPr algn="ctr"/>
                      <a:r>
                        <a:rPr lang="pt-BR" dirty="0"/>
                        <a:t>Musculação</a:t>
                      </a:r>
                      <a:endParaRPr lang="en-US" dirty="0"/>
                    </a:p>
                  </a:txBody>
                  <a:tcPr/>
                </a:tc>
                <a:extLst>
                  <a:ext uri="{0D108BD9-81ED-4DB2-BD59-A6C34878D82A}">
                    <a16:rowId xmlns:a16="http://schemas.microsoft.com/office/drawing/2014/main" val="728822316"/>
                  </a:ext>
                </a:extLst>
              </a:tr>
              <a:tr h="215107">
                <a:tc>
                  <a:txBody>
                    <a:bodyPr/>
                    <a:lstStyle/>
                    <a:p>
                      <a:pPr algn="ctr"/>
                      <a:r>
                        <a:rPr lang="pt-BR" dirty="0"/>
                        <a:t>640</a:t>
                      </a:r>
                      <a:endParaRPr lang="en-US" dirty="0"/>
                    </a:p>
                  </a:txBody>
                  <a:tcPr/>
                </a:tc>
                <a:tc>
                  <a:txBody>
                    <a:bodyPr/>
                    <a:lstStyle/>
                    <a:p>
                      <a:pPr algn="ctr"/>
                      <a:r>
                        <a:rPr lang="pt-BR" dirty="0"/>
                        <a:t>40</a:t>
                      </a:r>
                      <a:endParaRPr lang="en-US" dirty="0"/>
                    </a:p>
                  </a:txBody>
                  <a:tcPr/>
                </a:tc>
                <a:tc>
                  <a:txBody>
                    <a:bodyPr/>
                    <a:lstStyle/>
                    <a:p>
                      <a:pPr algn="ctr"/>
                      <a:r>
                        <a:rPr lang="pt-BR" dirty="0"/>
                        <a:t>Corrida</a:t>
                      </a:r>
                      <a:endParaRPr lang="en-US" dirty="0"/>
                    </a:p>
                  </a:txBody>
                  <a:tcPr/>
                </a:tc>
                <a:extLst>
                  <a:ext uri="{0D108BD9-81ED-4DB2-BD59-A6C34878D82A}">
                    <a16:rowId xmlns:a16="http://schemas.microsoft.com/office/drawing/2014/main" val="3931836281"/>
                  </a:ext>
                </a:extLst>
              </a:tr>
              <a:tr h="215107">
                <a:tc>
                  <a:txBody>
                    <a:bodyPr/>
                    <a:lstStyle/>
                    <a:p>
                      <a:pPr algn="ctr"/>
                      <a:r>
                        <a:rPr lang="pt-BR" dirty="0"/>
                        <a:t>356</a:t>
                      </a:r>
                      <a:endParaRPr lang="en-US" dirty="0"/>
                    </a:p>
                  </a:txBody>
                  <a:tcPr/>
                </a:tc>
                <a:tc>
                  <a:txBody>
                    <a:bodyPr/>
                    <a:lstStyle/>
                    <a:p>
                      <a:pPr algn="ctr"/>
                      <a:r>
                        <a:rPr lang="pt-BR" dirty="0"/>
                        <a:t>40</a:t>
                      </a:r>
                      <a:endParaRPr lang="en-US" dirty="0"/>
                    </a:p>
                  </a:txBody>
                  <a:tcPr/>
                </a:tc>
                <a:tc>
                  <a:txBody>
                    <a:bodyPr/>
                    <a:lstStyle/>
                    <a:p>
                      <a:pPr algn="ctr"/>
                      <a:r>
                        <a:rPr lang="pt-BR" dirty="0"/>
                        <a:t>Musculação</a:t>
                      </a:r>
                      <a:endParaRPr lang="en-US" dirty="0"/>
                    </a:p>
                  </a:txBody>
                  <a:tcPr/>
                </a:tc>
                <a:extLst>
                  <a:ext uri="{0D108BD9-81ED-4DB2-BD59-A6C34878D82A}">
                    <a16:rowId xmlns:a16="http://schemas.microsoft.com/office/drawing/2014/main" val="2726682727"/>
                  </a:ext>
                </a:extLst>
              </a:tr>
              <a:tr h="215107">
                <a:tc>
                  <a:txBody>
                    <a:bodyPr/>
                    <a:lstStyle/>
                    <a:p>
                      <a:pPr algn="ctr"/>
                      <a:r>
                        <a:rPr lang="pt-BR" dirty="0"/>
                        <a:t>396,5</a:t>
                      </a:r>
                      <a:endParaRPr lang="en-US" dirty="0"/>
                    </a:p>
                  </a:txBody>
                  <a:tcPr/>
                </a:tc>
                <a:tc>
                  <a:txBody>
                    <a:bodyPr/>
                    <a:lstStyle/>
                    <a:p>
                      <a:pPr algn="ctr"/>
                      <a:r>
                        <a:rPr lang="pt-BR" dirty="0"/>
                        <a:t>65</a:t>
                      </a:r>
                      <a:endParaRPr lang="en-US" dirty="0"/>
                    </a:p>
                  </a:txBody>
                  <a:tcPr/>
                </a:tc>
                <a:tc>
                  <a:txBody>
                    <a:bodyPr/>
                    <a:lstStyle/>
                    <a:p>
                      <a:pPr algn="ctr"/>
                      <a:r>
                        <a:rPr lang="pt-BR" dirty="0"/>
                        <a:t>Caminhada</a:t>
                      </a:r>
                      <a:endParaRPr lang="en-US" dirty="0"/>
                    </a:p>
                  </a:txBody>
                  <a:tcPr/>
                </a:tc>
                <a:extLst>
                  <a:ext uri="{0D108BD9-81ED-4DB2-BD59-A6C34878D82A}">
                    <a16:rowId xmlns:a16="http://schemas.microsoft.com/office/drawing/2014/main" val="2663398925"/>
                  </a:ext>
                </a:extLst>
              </a:tr>
              <a:tr h="215107">
                <a:tc>
                  <a:txBody>
                    <a:bodyPr/>
                    <a:lstStyle/>
                    <a:p>
                      <a:pPr algn="ctr"/>
                      <a:r>
                        <a:rPr lang="pt-BR" dirty="0"/>
                        <a:t>213,5</a:t>
                      </a:r>
                      <a:endParaRPr lang="en-US" dirty="0"/>
                    </a:p>
                  </a:txBody>
                  <a:tcPr/>
                </a:tc>
                <a:tc>
                  <a:txBody>
                    <a:bodyPr/>
                    <a:lstStyle/>
                    <a:p>
                      <a:pPr algn="ctr"/>
                      <a:r>
                        <a:rPr lang="pt-BR" dirty="0"/>
                        <a:t>35</a:t>
                      </a:r>
                      <a:endParaRPr lang="en-US" dirty="0"/>
                    </a:p>
                  </a:txBody>
                  <a:tcPr/>
                </a:tc>
                <a:tc>
                  <a:txBody>
                    <a:bodyPr/>
                    <a:lstStyle/>
                    <a:p>
                      <a:pPr algn="ctr"/>
                      <a:r>
                        <a:rPr lang="pt-BR" dirty="0"/>
                        <a:t>Caminhada</a:t>
                      </a:r>
                      <a:endParaRPr lang="en-US" dirty="0"/>
                    </a:p>
                  </a:txBody>
                  <a:tcPr/>
                </a:tc>
                <a:extLst>
                  <a:ext uri="{0D108BD9-81ED-4DB2-BD59-A6C34878D82A}">
                    <a16:rowId xmlns:a16="http://schemas.microsoft.com/office/drawing/2014/main" val="209337702"/>
                  </a:ext>
                </a:extLst>
              </a:tr>
              <a:tr h="215107">
                <a:tc>
                  <a:txBody>
                    <a:bodyPr/>
                    <a:lstStyle/>
                    <a:p>
                      <a:pPr algn="ctr"/>
                      <a:r>
                        <a:rPr lang="pt-BR" dirty="0"/>
                        <a:t>178</a:t>
                      </a:r>
                      <a:endParaRPr lang="en-US" dirty="0"/>
                    </a:p>
                  </a:txBody>
                  <a:tcPr/>
                </a:tc>
                <a:tc>
                  <a:txBody>
                    <a:bodyPr/>
                    <a:lstStyle/>
                    <a:p>
                      <a:pPr algn="ctr"/>
                      <a:r>
                        <a:rPr lang="pt-BR" dirty="0"/>
                        <a:t>20</a:t>
                      </a:r>
                      <a:endParaRPr lang="en-US" dirty="0"/>
                    </a:p>
                  </a:txBody>
                  <a:tcPr/>
                </a:tc>
                <a:tc>
                  <a:txBody>
                    <a:bodyPr/>
                    <a:lstStyle/>
                    <a:p>
                      <a:pPr algn="ctr"/>
                      <a:r>
                        <a:rPr lang="pt-BR" dirty="0"/>
                        <a:t>Musculação</a:t>
                      </a:r>
                      <a:endParaRPr lang="en-US" dirty="0"/>
                    </a:p>
                  </a:txBody>
                  <a:tcPr/>
                </a:tc>
                <a:extLst>
                  <a:ext uri="{0D108BD9-81ED-4DB2-BD59-A6C34878D82A}">
                    <a16:rowId xmlns:a16="http://schemas.microsoft.com/office/drawing/2014/main" val="2495649459"/>
                  </a:ext>
                </a:extLst>
              </a:tr>
              <a:tr h="215107">
                <a:tc>
                  <a:txBody>
                    <a:bodyPr/>
                    <a:lstStyle/>
                    <a:p>
                      <a:pPr algn="ctr"/>
                      <a:r>
                        <a:rPr lang="pt-BR" dirty="0"/>
                        <a:t>164,7</a:t>
                      </a:r>
                      <a:endParaRPr lang="en-US" dirty="0"/>
                    </a:p>
                  </a:txBody>
                  <a:tcPr/>
                </a:tc>
                <a:tc>
                  <a:txBody>
                    <a:bodyPr/>
                    <a:lstStyle/>
                    <a:p>
                      <a:pPr algn="ctr"/>
                      <a:r>
                        <a:rPr lang="pt-BR" dirty="0"/>
                        <a:t>27</a:t>
                      </a:r>
                      <a:endParaRPr lang="en-US" dirty="0"/>
                    </a:p>
                  </a:txBody>
                  <a:tcPr/>
                </a:tc>
                <a:tc>
                  <a:txBody>
                    <a:bodyPr/>
                    <a:lstStyle/>
                    <a:p>
                      <a:pPr algn="ctr"/>
                      <a:r>
                        <a:rPr lang="pt-BR" dirty="0"/>
                        <a:t>Caminhada</a:t>
                      </a:r>
                      <a:endParaRPr lang="en-US" dirty="0"/>
                    </a:p>
                  </a:txBody>
                  <a:tcPr/>
                </a:tc>
                <a:extLst>
                  <a:ext uri="{0D108BD9-81ED-4DB2-BD59-A6C34878D82A}">
                    <a16:rowId xmlns:a16="http://schemas.microsoft.com/office/drawing/2014/main" val="2656426831"/>
                  </a:ext>
                </a:extLst>
              </a:tr>
            </a:tbl>
          </a:graphicData>
        </a:graphic>
      </p:graphicFrame>
    </p:spTree>
    <p:extLst>
      <p:ext uri="{BB962C8B-B14F-4D97-AF65-F5344CB8AC3E}">
        <p14:creationId xmlns:p14="http://schemas.microsoft.com/office/powerpoint/2010/main" val="1887704465"/>
      </p:ext>
    </p:extLst>
  </p:cSld>
  <p:clrMapOvr>
    <a:masterClrMapping/>
  </p:clrMapOvr>
  <mc:AlternateContent xmlns:mc="http://schemas.openxmlformats.org/markup-compatibility/2006" xmlns:p14="http://schemas.microsoft.com/office/powerpoint/2010/main">
    <mc:Choice Requires="p14">
      <p:transition spd="slow" p14:dur="2000" advTm="129557"/>
    </mc:Choice>
    <mc:Fallback xmlns="">
      <p:transition spd="slow" advTm="129557"/>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BC8D165-B75F-48D1-A8CB-4126C958CF61}"/>
              </a:ext>
            </a:extLst>
          </p:cNvPr>
          <p:cNvSpPr>
            <a:spLocks noGrp="1"/>
          </p:cNvSpPr>
          <p:nvPr>
            <p:ph type="body" idx="13"/>
          </p:nvPr>
        </p:nvSpPr>
        <p:spPr/>
        <p:txBody>
          <a:bodyPr/>
          <a:lstStyle/>
          <a:p>
            <a:r>
              <a:rPr lang="pt-BR" dirty="0"/>
              <a:t>Referências</a:t>
            </a:r>
            <a:endParaRPr lang="en-US" dirty="0"/>
          </a:p>
        </p:txBody>
      </p:sp>
      <p:sp>
        <p:nvSpPr>
          <p:cNvPr id="6" name="Espaço Reservado para Texto 5">
            <a:extLst>
              <a:ext uri="{FF2B5EF4-FFF2-40B4-BE49-F238E27FC236}">
                <a16:creationId xmlns:a16="http://schemas.microsoft.com/office/drawing/2014/main" id="{8A0BAE10-A955-4236-9445-F72EEE14E523}"/>
              </a:ext>
            </a:extLst>
          </p:cNvPr>
          <p:cNvSpPr>
            <a:spLocks noGrp="1"/>
          </p:cNvSpPr>
          <p:nvPr>
            <p:ph type="body" idx="1"/>
          </p:nvPr>
        </p:nvSpPr>
        <p:spPr/>
        <p:txBody>
          <a:bodyPr>
            <a:normAutofit/>
          </a:bodyPr>
          <a:lstStyle/>
          <a:p>
            <a:pPr marL="342900" indent="-342900">
              <a:buFontTx/>
              <a:buChar char="-"/>
            </a:pPr>
            <a:r>
              <a:rPr lang="en-US" dirty="0">
                <a:solidFill>
                  <a:srgbClr val="003958"/>
                </a:solidFill>
              </a:rPr>
              <a:t>VANDERPLAS, Jake. </a:t>
            </a:r>
            <a:r>
              <a:rPr lang="en-US" b="1" dirty="0">
                <a:solidFill>
                  <a:srgbClr val="003958"/>
                </a:solidFill>
              </a:rPr>
              <a:t>Python data science handbook</a:t>
            </a:r>
            <a:r>
              <a:rPr lang="en-US" dirty="0">
                <a:solidFill>
                  <a:srgbClr val="003958"/>
                </a:solidFill>
              </a:rPr>
              <a:t>: essential tools for working with data. Sebastopol, CA: </a:t>
            </a:r>
            <a:r>
              <a:rPr lang="en-US" dirty="0" err="1">
                <a:solidFill>
                  <a:srgbClr val="003958"/>
                </a:solidFill>
              </a:rPr>
              <a:t>OReilly</a:t>
            </a:r>
            <a:r>
              <a:rPr lang="en-US" dirty="0">
                <a:solidFill>
                  <a:srgbClr val="003958"/>
                </a:solidFill>
              </a:rPr>
              <a:t>, 2017. xvi, 529 p. ISBN9781491912058.</a:t>
            </a:r>
          </a:p>
        </p:txBody>
      </p:sp>
    </p:spTree>
    <p:extLst>
      <p:ext uri="{BB962C8B-B14F-4D97-AF65-F5344CB8AC3E}">
        <p14:creationId xmlns:p14="http://schemas.microsoft.com/office/powerpoint/2010/main" val="2664982127"/>
      </p:ext>
    </p:extLst>
  </p:cSld>
  <p:clrMapOvr>
    <a:masterClrMapping/>
  </p:clrMapOvr>
  <mc:AlternateContent xmlns:mc="http://schemas.openxmlformats.org/markup-compatibility/2006" xmlns:p14="http://schemas.microsoft.com/office/powerpoint/2010/main">
    <mc:Choice Requires="p14">
      <p:transition spd="slow" p14:dur="2000" advTm="63218"/>
    </mc:Choice>
    <mc:Fallback xmlns="">
      <p:transition spd="slow" advTm="63218"/>
    </mc:Fallback>
  </mc:AlternateContent>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presentação7" id="{59EF884D-FF5E-4FD0-A607-B5C961B47064}" vid="{A602817E-DF85-4F99-8FE9-FF6794F2241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Engenharia da Computação</Template>
  <TotalTime>12568</TotalTime>
  <Words>5454</Words>
  <Application>Microsoft Office PowerPoint</Application>
  <PresentationFormat>Widescreen</PresentationFormat>
  <Paragraphs>934</Paragraphs>
  <Slides>66</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66</vt:i4>
      </vt:variant>
    </vt:vector>
  </HeadingPairs>
  <TitlesOfParts>
    <vt:vector size="73" baseType="lpstr">
      <vt:lpstr>Arial</vt:lpstr>
      <vt:lpstr>Calibri</vt:lpstr>
      <vt:lpstr>Calibri Light</vt:lpstr>
      <vt:lpstr>Cambria Math</vt:lpstr>
      <vt:lpstr>Impact</vt:lpstr>
      <vt:lpstr>Wingdings</vt:lpstr>
      <vt:lpstr>Tema do Office</vt:lpstr>
      <vt:lpstr>Estatística Aplicada – Aula 10 e 11</vt:lpstr>
      <vt:lpstr>Estimativa Pontual e Intervalar</vt:lpstr>
      <vt:lpstr>Apresentação do PowerPoint</vt:lpstr>
      <vt:lpstr>Apresentação do PowerPoint</vt:lpstr>
      <vt:lpstr>Amostra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Variabilidade Amostral</vt:lpstr>
      <vt:lpstr>Apresentação do PowerPoint</vt:lpstr>
      <vt:lpstr>Apresentação do PowerPoint</vt:lpstr>
      <vt:lpstr>Apresentação do PowerPoint</vt:lpstr>
      <vt:lpstr>Estimativa Pontual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Estimativa Intervalar</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Daniel Basilio Marcelo</dc:creator>
  <cp:lastModifiedBy>Fabio Bittencourt</cp:lastModifiedBy>
  <cp:revision>586</cp:revision>
  <dcterms:created xsi:type="dcterms:W3CDTF">2019-02-19T21:17:49Z</dcterms:created>
  <dcterms:modified xsi:type="dcterms:W3CDTF">2026-04-19T23:06:35Z</dcterms:modified>
</cp:coreProperties>
</file>