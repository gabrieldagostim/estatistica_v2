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83" r:id="rId3"/>
    <p:sldId id="353" r:id="rId4"/>
    <p:sldId id="358" r:id="rId5"/>
    <p:sldId id="357" r:id="rId6"/>
    <p:sldId id="359" r:id="rId7"/>
    <p:sldId id="360" r:id="rId8"/>
    <p:sldId id="361" r:id="rId9"/>
    <p:sldId id="362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55661-5D34-451F-8D0F-1B91E081B57F}" v="12" dt="2026-03-22T16:17:26.861"/>
    <p1510:client id="{DAD84DB3-91C5-7848-65C5-5D5604D12E2F}" v="2102" dt="2026-03-22T18:44:50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3-22T16:17:26.861" v="5515" actId="478"/>
      <pc:docMkLst>
        <pc:docMk/>
      </pc:docMkLst>
      <pc:sldChg chg="modSp add del mod">
        <pc:chgData name="Fabio Bittencourt" userId="9399af9f441dfb25" providerId="LiveId" clId="{87FEEC51-4A4D-4000-AFF7-19B075429E2B}" dt="2026-03-22T16:17:09.719" v="5491" actId="2696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22T15:34:41.502" v="3625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">
        <pc:chgData name="Fabio Bittencourt" userId="9399af9f441dfb25" providerId="LiveId" clId="{87FEEC51-4A4D-4000-AFF7-19B075429E2B}" dt="2026-03-22T16:17:10.082" v="5492" actId="2696"/>
        <pc:sldMkLst>
          <pc:docMk/>
          <pc:sldMk cId="3561290430" sldId="283"/>
        </pc:sldMkLst>
        <pc:spChg chg="mod">
          <ac:chgData name="Fabio Bittencourt" userId="9399af9f441dfb25" providerId="LiveId" clId="{87FEEC51-4A4D-4000-AFF7-19B075429E2B}" dt="2026-03-22T15:36:14.301" v="3646" actId="20577"/>
          <ac:spMkLst>
            <pc:docMk/>
            <pc:sldMk cId="3561290430" sldId="283"/>
            <ac:spMk id="2" creationId="{45DF7A50-522E-4800-8C58-F91A738D39AB}"/>
          </ac:spMkLst>
        </pc:spChg>
      </pc:sldChg>
      <pc:sldChg chg="modSp add del mod">
        <pc:chgData name="Fabio Bittencourt" userId="9399af9f441dfb25" providerId="LiveId" clId="{87FEEC51-4A4D-4000-AFF7-19B075429E2B}" dt="2026-03-22T16:17:10.402" v="5493" actId="2696"/>
        <pc:sldMkLst>
          <pc:docMk/>
          <pc:sldMk cId="2364201091" sldId="353"/>
        </pc:sldMkLst>
        <pc:spChg chg="mod">
          <ac:chgData name="Fabio Bittencourt" userId="9399af9f441dfb25" providerId="LiveId" clId="{87FEEC51-4A4D-4000-AFF7-19B075429E2B}" dt="2026-03-16T00:56:18.599" v="201" actId="20577"/>
          <ac:spMkLst>
            <pc:docMk/>
            <pc:sldMk cId="2364201091" sldId="353"/>
            <ac:spMk id="4" creationId="{0BC8D165-B75F-48D1-A8CB-4126C958CF61}"/>
          </ac:spMkLst>
        </pc:spChg>
        <pc:spChg chg="mod">
          <ac:chgData name="Fabio Bittencourt" userId="9399af9f441dfb25" providerId="LiveId" clId="{87FEEC51-4A4D-4000-AFF7-19B075429E2B}" dt="2026-03-22T15:44:34.509" v="4344" actId="20577"/>
          <ac:spMkLst>
            <pc:docMk/>
            <pc:sldMk cId="2364201091" sldId="353"/>
            <ac:spMk id="6" creationId="{8A0BAE10-A955-4236-9445-F72EEE14E523}"/>
          </ac:spMkLst>
        </pc:spChg>
      </pc:sldChg>
      <pc:sldChg chg="modSp add del mod">
        <pc:chgData name="Fabio Bittencourt" userId="9399af9f441dfb25" providerId="LiveId" clId="{87FEEC51-4A4D-4000-AFF7-19B075429E2B}" dt="2026-03-22T15:44:38.498" v="4345" actId="47"/>
        <pc:sldMkLst>
          <pc:docMk/>
          <pc:sldMk cId="3935226180" sldId="354"/>
        </pc:sldMkLst>
      </pc:sldChg>
      <pc:sldChg chg="modSp add del mod">
        <pc:chgData name="Fabio Bittencourt" userId="9399af9f441dfb25" providerId="LiveId" clId="{87FEEC51-4A4D-4000-AFF7-19B075429E2B}" dt="2026-03-22T15:44:39.072" v="4346" actId="47"/>
        <pc:sldMkLst>
          <pc:docMk/>
          <pc:sldMk cId="1023653757" sldId="355"/>
        </pc:sldMkLst>
      </pc:sldChg>
      <pc:sldChg chg="modSp add del mod">
        <pc:chgData name="Fabio Bittencourt" userId="9399af9f441dfb25" providerId="LiveId" clId="{87FEEC51-4A4D-4000-AFF7-19B075429E2B}" dt="2026-03-22T15:44:39.905" v="4347" actId="47"/>
        <pc:sldMkLst>
          <pc:docMk/>
          <pc:sldMk cId="508115430" sldId="356"/>
        </pc:sldMkLst>
      </pc:sldChg>
      <pc:sldChg chg="addSp delSp modSp add del mod">
        <pc:chgData name="Fabio Bittencourt" userId="9399af9f441dfb25" providerId="LiveId" clId="{87FEEC51-4A4D-4000-AFF7-19B075429E2B}" dt="2026-03-22T16:17:26.861" v="5515" actId="478"/>
        <pc:sldMkLst>
          <pc:docMk/>
          <pc:sldMk cId="2769824674" sldId="357"/>
        </pc:sldMkLst>
        <pc:spChg chg="mod">
          <ac:chgData name="Fabio Bittencourt" userId="9399af9f441dfb25" providerId="LiveId" clId="{87FEEC51-4A4D-4000-AFF7-19B075429E2B}" dt="2026-03-22T15:46:11.903" v="4374" actId="20577"/>
          <ac:spMkLst>
            <pc:docMk/>
            <pc:sldMk cId="2769824674" sldId="357"/>
            <ac:spMk id="4" creationId="{C5C551C4-AECB-AEFA-A4BA-72DE4D05E4C9}"/>
          </ac:spMkLst>
        </pc:spChg>
        <pc:spChg chg="mod">
          <ac:chgData name="Fabio Bittencourt" userId="9399af9f441dfb25" providerId="LiveId" clId="{87FEEC51-4A4D-4000-AFF7-19B075429E2B}" dt="2026-03-22T16:17:14.049" v="5508" actId="20577"/>
          <ac:spMkLst>
            <pc:docMk/>
            <pc:sldMk cId="2769824674" sldId="357"/>
            <ac:spMk id="6" creationId="{C6BABF5A-78D4-F82A-D7CB-238D385643C9}"/>
          </ac:spMkLst>
        </pc:spChg>
        <pc:picChg chg="add del mod">
          <ac:chgData name="Fabio Bittencourt" userId="9399af9f441dfb25" providerId="LiveId" clId="{87FEEC51-4A4D-4000-AFF7-19B075429E2B}" dt="2026-03-22T16:17:26.861" v="5515" actId="478"/>
          <ac:picMkLst>
            <pc:docMk/>
            <pc:sldMk cId="2769824674" sldId="357"/>
            <ac:picMk id="1026" creationId="{846DAEBC-9FFF-2627-99EE-37F37BF2052F}"/>
          </ac:picMkLst>
        </pc:picChg>
      </pc:sldChg>
      <pc:sldChg chg="modSp add del mod ord">
        <pc:chgData name="Fabio Bittencourt" userId="9399af9f441dfb25" providerId="LiveId" clId="{87FEEC51-4A4D-4000-AFF7-19B075429E2B}" dt="2026-03-22T16:17:10.762" v="5494" actId="2696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3-22T15:44:56.079" v="4363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add del">
        <pc:chgData name="Fabio Bittencourt" userId="9399af9f441dfb25" providerId="LiveId" clId="{87FEEC51-4A4D-4000-AFF7-19B075429E2B}" dt="2026-03-22T16:17:24.330" v="5514" actId="47"/>
        <pc:sldMkLst>
          <pc:docMk/>
          <pc:sldMk cId="2010207375" sldId="359"/>
        </pc:sldMkLst>
      </pc:sldChg>
      <pc:sldChg chg="add del">
        <pc:chgData name="Fabio Bittencourt" userId="9399af9f441dfb25" providerId="LiveId" clId="{87FEEC51-4A4D-4000-AFF7-19B075429E2B}" dt="2026-03-22T16:16:54.442" v="5479"/>
        <pc:sldMkLst>
          <pc:docMk/>
          <pc:sldMk cId="3186137852" sldId="359"/>
        </pc:sldMkLst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  <pc:sldChg chg="modSp">
        <pc:chgData name="Fabio Bittencourt" userId="9399af9f441dfb25" providerId="Windows Live" clId="Web-{DAD84DB3-91C5-7848-65C5-5D5604D12E2F}" dt="2026-03-22T16:24:11.707" v="707" actId="20577"/>
        <pc:sldMkLst>
          <pc:docMk/>
          <pc:sldMk cId="2769824674" sldId="357"/>
        </pc:sldMkLst>
        <pc:spChg chg="mod">
          <ac:chgData name="Fabio Bittencourt" userId="9399af9f441dfb25" providerId="Windows Live" clId="Web-{DAD84DB3-91C5-7848-65C5-5D5604D12E2F}" dt="2026-03-22T16:24:11.707" v="707" actId="20577"/>
          <ac:spMkLst>
            <pc:docMk/>
            <pc:sldMk cId="2769824674" sldId="357"/>
            <ac:spMk id="6" creationId="{C6BABF5A-78D4-F82A-D7CB-238D385643C9}"/>
          </ac:spMkLst>
        </pc:spChg>
      </pc:sldChg>
      <pc:sldChg chg="add replId">
        <pc:chgData name="Fabio Bittencourt" userId="9399af9f441dfb25" providerId="Windows Live" clId="Web-{DAD84DB3-91C5-7848-65C5-5D5604D12E2F}" dt="2026-03-22T16:21:02.622" v="258"/>
        <pc:sldMkLst>
          <pc:docMk/>
          <pc:sldMk cId="1248201444" sldId="359"/>
        </pc:sldMkLst>
      </pc:sldChg>
      <pc:sldChg chg="modSp add ord replId">
        <pc:chgData name="Fabio Bittencourt" userId="9399af9f441dfb25" providerId="Windows Live" clId="Web-{DAD84DB3-91C5-7848-65C5-5D5604D12E2F}" dt="2026-03-22T18:02:19.955" v="891" actId="20577"/>
        <pc:sldMkLst>
          <pc:docMk/>
          <pc:sldMk cId="3188560086" sldId="360"/>
        </pc:sldMkLst>
        <pc:spChg chg="mod">
          <ac:chgData name="Fabio Bittencourt" userId="9399af9f441dfb25" providerId="Windows Live" clId="Web-{DAD84DB3-91C5-7848-65C5-5D5604D12E2F}" dt="2026-03-22T18:02:19.955" v="891" actId="20577"/>
          <ac:spMkLst>
            <pc:docMk/>
            <pc:sldMk cId="3188560086" sldId="360"/>
            <ac:spMk id="6" creationId="{0AF2080C-DDE6-73CC-64A2-9C9968AE4789}"/>
          </ac:spMkLst>
        </pc:spChg>
      </pc:sldChg>
      <pc:sldChg chg="add del replId">
        <pc:chgData name="Fabio Bittencourt" userId="9399af9f441dfb25" providerId="Windows Live" clId="Web-{DAD84DB3-91C5-7848-65C5-5D5604D12E2F}" dt="2026-03-22T18:15:01.843" v="897"/>
        <pc:sldMkLst>
          <pc:docMk/>
          <pc:sldMk cId="2710748456" sldId="361"/>
        </pc:sldMkLst>
      </pc:sldChg>
      <pc:sldChg chg="modSp add ord replId">
        <pc:chgData name="Fabio Bittencourt" userId="9399af9f441dfb25" providerId="Windows Live" clId="Web-{DAD84DB3-91C5-7848-65C5-5D5604D12E2F}" dt="2026-03-22T18:33:34.206" v="1624" actId="1076"/>
        <pc:sldMkLst>
          <pc:docMk/>
          <pc:sldMk cId="3013982430" sldId="361"/>
        </pc:sldMkLst>
        <pc:spChg chg="mod">
          <ac:chgData name="Fabio Bittencourt" userId="9399af9f441dfb25" providerId="Windows Live" clId="Web-{DAD84DB3-91C5-7848-65C5-5D5604D12E2F}" dt="2026-03-22T18:33:34.206" v="1624" actId="1076"/>
          <ac:spMkLst>
            <pc:docMk/>
            <pc:sldMk cId="3013982430" sldId="361"/>
            <ac:spMk id="6" creationId="{05DD5ADB-6FCA-50B6-594D-BD9684A32C27}"/>
          </ac:spMkLst>
        </pc:spChg>
      </pc:sldChg>
      <pc:sldChg chg="add del ord replId">
        <pc:chgData name="Fabio Bittencourt" userId="9399af9f441dfb25" providerId="Windows Live" clId="Web-{DAD84DB3-91C5-7848-65C5-5D5604D12E2F}" dt="2026-03-22T18:14:57.905" v="896"/>
        <pc:sldMkLst>
          <pc:docMk/>
          <pc:sldMk cId="1422688890" sldId="362"/>
        </pc:sldMkLst>
      </pc:sldChg>
      <pc:sldChg chg="modSp add replId">
        <pc:chgData name="Fabio Bittencourt" userId="9399af9f441dfb25" providerId="Windows Live" clId="Web-{DAD84DB3-91C5-7848-65C5-5D5604D12E2F}" dt="2026-03-22T18:44:50.718" v="2106" actId="20577"/>
        <pc:sldMkLst>
          <pc:docMk/>
          <pc:sldMk cId="1624693146" sldId="362"/>
        </pc:sldMkLst>
        <pc:spChg chg="mod">
          <ac:chgData name="Fabio Bittencourt" userId="9399af9f441dfb25" providerId="Windows Live" clId="Web-{DAD84DB3-91C5-7848-65C5-5D5604D12E2F}" dt="2026-03-22T18:44:50.718" v="2106" actId="20577"/>
          <ac:spMkLst>
            <pc:docMk/>
            <pc:sldMk cId="1624693146" sldId="362"/>
            <ac:spMk id="6" creationId="{23BCCD4D-49FC-EF9E-7536-151959D3C6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22/03/2026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transparencia.betha.cloud/#/n4W91vnHptoBkiHKAxioOA==/dados-abertos?esconderCabecalho=S&amp;esconderMenu=S&amp;esconderRodape=S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/>
              <a:t>Estatística Aplicada – Aula 5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F7A50-522E-4800-8C58-F91A738D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Apresentação Trabalho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29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8D165-B75F-48D1-A8CB-4126C958CF61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Prático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A0BAE10-A955-4236-9445-F72EEE14E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Tivemos 6 grupos feitos na última aula e comentei que nessa aula vocês teriam a oportunidade de apresentar.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Essas são as regras da apresentação: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Ela não é obrigatória: </a:t>
            </a:r>
            <a:r>
              <a:rPr lang="pt-BR" sz="1800" b="1" dirty="0">
                <a:solidFill>
                  <a:srgbClr val="003958"/>
                </a:solidFill>
              </a:rPr>
              <a:t>Quem deseja apresentar?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Vocês tem 10 minutos pra apresentar, terminou os 10 minutos, acaba;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Vocês vão apresentar apenas o(s) arquivo(s) que estão presentes no e-mail que vocês me enviaram;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A apresentação vale até 1.5 pontos na nota;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É válido dizer que os trabalhos já foram corrigidos e a maior nota foi 9,75 e a menor 4,2;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E por último, eu não serei o avaliador.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201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Trabalho de Extensão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F86A4-D3E7-ACA5-D66F-B156D4FE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C551C4-AECB-AEFA-A4BA-72DE4D05E4C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6BABF5A-78D4-F82A-D7CB-238D38564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dirty="0">
                <a:solidFill>
                  <a:srgbClr val="003958"/>
                </a:solidFill>
              </a:rPr>
              <a:t>Como vocês sabem essa disciplina é uma das escolhidas para ter um projeto de </a:t>
            </a:r>
            <a:r>
              <a:rPr lang="pt-BR" sz="2200">
                <a:solidFill>
                  <a:srgbClr val="003958"/>
                </a:solidFill>
              </a:rPr>
              <a:t>extensão, portanto hoje damos o start para esse projeto, que será a nota mais "trabalhada" na matéria;</a:t>
            </a:r>
            <a:endParaRPr lang="pt-PT"/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2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Ao longo do semestre, teremos 5 encontros totalmente dedicados ao projeto, onde vocês poderão desenvolver e mostrar evolução, além de fazer a apresentação do projeto que falarei mais sobre mais pra frente;</a:t>
            </a: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2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Na última aula, vocês tiveram um "sabor" de resolver problemas, mas agora vocês vão resolver problemas de verdade, no modo Hard. E eu vou ser bem seletivo com os projetos de vocês já que alguns alunos disseram que eu peguei muito leve no último traba</a:t>
            </a:r>
            <a:r>
              <a:rPr lang="pt-BR" sz="22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lho.</a:t>
            </a: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6982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1C550-B440-FD3E-A3DA-929E28F6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95B576-EEF9-CADC-1B97-880F126B97E8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0DEC7C0-61A8-F128-1004-99FFDDC76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 b="1" dirty="0">
                <a:solidFill>
                  <a:srgbClr val="003958"/>
                </a:solidFill>
              </a:rPr>
              <a:t>Mas antes: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b="1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Agora que vocês terão mais tempo, mas já tiveram um gostinho de saber como trabalhar com suas equipes, tenho uma má notícia, vocês precisarão mudar suas equipes: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</a:rPr>
              <a:t>Para o projeto de extensão, as equipes serão </a:t>
            </a:r>
            <a:r>
              <a:rPr lang="pt-BR" sz="1800" b="1" dirty="0">
                <a:solidFill>
                  <a:srgbClr val="003958"/>
                </a:solidFill>
              </a:rPr>
              <a:t>QUARTETOS</a:t>
            </a:r>
            <a:r>
              <a:rPr lang="pt-BR" sz="1800" dirty="0">
                <a:solidFill>
                  <a:srgbClr val="003958"/>
                </a:solidFill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Com exceção do Artur e Gustavo que serão uma dupla;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Essa é a sua primeira tarefa para hoje, escolher as suas equipes,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têm</a:t>
            </a:r>
            <a:r>
              <a:rPr lang="pt-BR" sz="18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10 minutos para isso</a:t>
            </a: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,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um representante que virá até mim e indicar as pessoas da sua equipe;</a:t>
            </a: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sz="18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Quem não escolher uma equipe ou não estiver em sala, será sorteado em uma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equipe.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4820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B9A3-A553-764D-DA8A-0432A9CC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5BDE69A-77F9-E7B9-C9BB-0EEA6F6CD1E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AF2080C-DDE6-73CC-64A2-9C9968AE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200">
                <a:solidFill>
                  <a:srgbClr val="003958"/>
                </a:solidFill>
              </a:rPr>
              <a:t>Como será a divisão da nota desse trabalho:</a:t>
            </a:r>
            <a:endParaRPr lang="pt-PT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25/03 (Hoje)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22/04 - 1,0;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14/05 - 1,0;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Atividades do dia 03/06 - 1,0;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Entrega final – 4,0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(Obrigatório)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; 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Apresentação - 2,0 </a:t>
            </a: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(Obrigatório)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pt-BR" sz="18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Total </a:t>
            </a:r>
            <a:r>
              <a:rPr lang="pt-BR" sz="18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– 10,0.</a:t>
            </a: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8856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B059-5C75-23DF-B622-91612E03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BD4815-C7F2-0D5C-6991-37323E2BCBB9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5DD5ADB-6FCA-50B6-594D-BD9684A32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440442"/>
            <a:ext cx="10356483" cy="44917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3958"/>
                </a:solidFill>
              </a:rPr>
              <a:t>Próxima atividade do Dia: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3958"/>
                </a:solidFill>
              </a:rPr>
              <a:t>Vocês já conhecem o conjunto de dados da prefeitura: </a:t>
            </a:r>
            <a:r>
              <a:rPr lang="pt-BR" sz="1800" dirty="0">
                <a:solidFill>
                  <a:srgbClr val="003958"/>
                </a:solidFill>
                <a:hlinkClick r:id="rId2"/>
              </a:rPr>
              <a:t>https://transparencia.betha.cloud/#/n4W91vnHptoBkiHKAxioOA==/dados-abertos?esconderCabecalho=S&amp;esconderMenu=S&amp;esconderRodape=S</a:t>
            </a:r>
            <a:endParaRPr lang="pt-BR" sz="1800"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1800">
                <a:solidFill>
                  <a:srgbClr val="003958"/>
                </a:solidFill>
              </a:rPr>
              <a:t>Agora vocês devem formular a pergunta problema do seu projeto de extensão, porém, temos algumas pequenas regras:</a:t>
            </a:r>
            <a:endParaRPr lang="pt-BR" sz="1800">
              <a:solidFill>
                <a:srgbClr val="898989"/>
              </a:solidFill>
              <a:ea typeface="Calibri"/>
              <a:cs typeface="Calibri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Como devemos apresentar esse projeto para representantes da prefeitura nenhuma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pergunta poderá criticar, investigar ou por dúvidas sobre os processos vigentes na prefeitura (não sejamos ingênuos);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As perguntas devem ser objetivas e possíveis de serem respondidas através da análise estatística (o que não foi bem assim na última aula);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Foquem na evolu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ção da cidade, melhoria de processos e desenvolvimento para as pessoas;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por fim, </a:t>
            </a: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não poderão ter projetos similares ou idênticos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 A regra é clara, a primeira equipe a entregar a mim a pergunta e ela for validada, ganha.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3982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3958"/>
                </a:solidFill>
              </a:rPr>
              <a:t>Atividade para casa: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</a:rPr>
              <a:t>Selecionem quais os arquivos dentre as 18 bases que vocês irão utilizar;</a:t>
            </a:r>
            <a:endParaRPr lang="pt-BR">
              <a:solidFill>
                <a:srgbClr val="898989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devem utilizar uma base final (já unificada) de pelo menos 20 mil registros;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a sua variável alvo;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pelo menos 25 variáveis que vocês acreditam que possuem relação com o fenômeno;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Façam a correlação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da variável alvo com as 25;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Destas pelo menos 15 devem ter menos que –0.3 ou mais que 0.3;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Caso não possuam, busquem mais 10 variáveis e repitam esse processo até que possuam 15 variáveis bem correlacionadas e a variável alvo (16 variáveis no total no mínimo).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11395</TotalTime>
  <Words>175</Words>
  <Application>Microsoft Office PowerPoint</Application>
  <PresentationFormat>Ecrã Panorâmico</PresentationFormat>
  <Paragraphs>22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0" baseType="lpstr">
      <vt:lpstr>Tema do Office</vt:lpstr>
      <vt:lpstr>Estatística Aplicada – Aula 5</vt:lpstr>
      <vt:lpstr>Apresentação Trabalho</vt:lpstr>
      <vt:lpstr>Apresentação do PowerPoint</vt:lpstr>
      <vt:lpstr>Trabalho de Extensão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321</cp:revision>
  <dcterms:created xsi:type="dcterms:W3CDTF">2019-02-19T21:17:49Z</dcterms:created>
  <dcterms:modified xsi:type="dcterms:W3CDTF">2026-03-22T18:45:04Z</dcterms:modified>
</cp:coreProperties>
</file>