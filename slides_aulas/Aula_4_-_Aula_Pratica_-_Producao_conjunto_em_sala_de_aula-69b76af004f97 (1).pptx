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83" r:id="rId3"/>
    <p:sldId id="353" r:id="rId4"/>
    <p:sldId id="354" r:id="rId5"/>
    <p:sldId id="355" r:id="rId6"/>
    <p:sldId id="356" r:id="rId7"/>
    <p:sldId id="357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B66411-8D40-4011-AC9D-986B69F2D96A}" v="2" dt="2026-03-16T01:11:47.9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40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LiveId" clId="{87FEEC51-4A4D-4000-AFF7-19B075429E2B}"/>
    <pc:docChg chg="undo custSel addSld delSld modSld sldOrd">
      <pc:chgData name="Fabio Bittencourt" userId="9399af9f441dfb25" providerId="LiveId" clId="{87FEEC51-4A4D-4000-AFF7-19B075429E2B}" dt="2026-03-16T02:24:47.749" v="3623" actId="20577"/>
      <pc:docMkLst>
        <pc:docMk/>
      </pc:docMkLst>
      <pc:sldChg chg="modSp mod">
        <pc:chgData name="Fabio Bittencourt" userId="9399af9f441dfb25" providerId="LiveId" clId="{87FEEC51-4A4D-4000-AFF7-19B075429E2B}" dt="2026-03-16T00:55:11.930" v="166" actId="20577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3-16T00:55:11.930" v="166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del">
        <pc:chgData name="Fabio Bittencourt" userId="9399af9f441dfb25" providerId="LiveId" clId="{87FEEC51-4A4D-4000-AFF7-19B075429E2B}" dt="2026-03-16T00:56:31.339" v="234" actId="47"/>
        <pc:sldMkLst>
          <pc:docMk/>
          <pc:sldMk cId="2664982127" sldId="262"/>
        </pc:sldMkLst>
      </pc:sldChg>
      <pc:sldChg chg="modSp mod">
        <pc:chgData name="Fabio Bittencourt" userId="9399af9f441dfb25" providerId="LiveId" clId="{87FEEC51-4A4D-4000-AFF7-19B075429E2B}" dt="2026-03-16T00:55:36.580" v="182" actId="20577"/>
        <pc:sldMkLst>
          <pc:docMk/>
          <pc:sldMk cId="3561290430" sldId="283"/>
        </pc:sldMkLst>
        <pc:spChg chg="mod">
          <ac:chgData name="Fabio Bittencourt" userId="9399af9f441dfb25" providerId="LiveId" clId="{87FEEC51-4A4D-4000-AFF7-19B075429E2B}" dt="2026-03-16T00:55:36.580" v="182" actId="20577"/>
          <ac:spMkLst>
            <pc:docMk/>
            <pc:sldMk cId="3561290430" sldId="283"/>
            <ac:spMk id="2" creationId="{45DF7A50-522E-4800-8C58-F91A738D39AB}"/>
          </ac:spMkLst>
        </pc:spChg>
      </pc:sldChg>
      <pc:sldChg chg="add del">
        <pc:chgData name="Fabio Bittencourt" userId="9399af9f441dfb25" providerId="LiveId" clId="{87FEEC51-4A4D-4000-AFF7-19B075429E2B}" dt="2026-03-16T00:56:22.884" v="210" actId="47"/>
        <pc:sldMkLst>
          <pc:docMk/>
          <pc:sldMk cId="74557014" sldId="314"/>
        </pc:sldMkLst>
      </pc:sldChg>
      <pc:sldChg chg="add del">
        <pc:chgData name="Fabio Bittencourt" userId="9399af9f441dfb25" providerId="LiveId" clId="{87FEEC51-4A4D-4000-AFF7-19B075429E2B}" dt="2026-03-16T00:56:23.177" v="211" actId="47"/>
        <pc:sldMkLst>
          <pc:docMk/>
          <pc:sldMk cId="871548759" sldId="315"/>
        </pc:sldMkLst>
      </pc:sldChg>
      <pc:sldChg chg="add del">
        <pc:chgData name="Fabio Bittencourt" userId="9399af9f441dfb25" providerId="LiveId" clId="{87FEEC51-4A4D-4000-AFF7-19B075429E2B}" dt="2026-03-16T00:56:23.461" v="212" actId="47"/>
        <pc:sldMkLst>
          <pc:docMk/>
          <pc:sldMk cId="561287824" sldId="316"/>
        </pc:sldMkLst>
      </pc:sldChg>
      <pc:sldChg chg="add del">
        <pc:chgData name="Fabio Bittencourt" userId="9399af9f441dfb25" providerId="LiveId" clId="{87FEEC51-4A4D-4000-AFF7-19B075429E2B}" dt="2026-03-16T00:56:23.784" v="213" actId="47"/>
        <pc:sldMkLst>
          <pc:docMk/>
          <pc:sldMk cId="3442836887" sldId="317"/>
        </pc:sldMkLst>
      </pc:sldChg>
      <pc:sldChg chg="add del">
        <pc:chgData name="Fabio Bittencourt" userId="9399af9f441dfb25" providerId="LiveId" clId="{87FEEC51-4A4D-4000-AFF7-19B075429E2B}" dt="2026-03-16T00:56:24.087" v="214" actId="47"/>
        <pc:sldMkLst>
          <pc:docMk/>
          <pc:sldMk cId="269525243" sldId="318"/>
        </pc:sldMkLst>
      </pc:sldChg>
      <pc:sldChg chg="add del">
        <pc:chgData name="Fabio Bittencourt" userId="9399af9f441dfb25" providerId="LiveId" clId="{87FEEC51-4A4D-4000-AFF7-19B075429E2B}" dt="2026-03-16T00:56:26.835" v="223" actId="47"/>
        <pc:sldMkLst>
          <pc:docMk/>
          <pc:sldMk cId="632114479" sldId="319"/>
        </pc:sldMkLst>
      </pc:sldChg>
      <pc:sldChg chg="add del">
        <pc:chgData name="Fabio Bittencourt" userId="9399af9f441dfb25" providerId="LiveId" clId="{87FEEC51-4A4D-4000-AFF7-19B075429E2B}" dt="2026-03-16T00:56:24.384" v="215" actId="47"/>
        <pc:sldMkLst>
          <pc:docMk/>
          <pc:sldMk cId="1427046756" sldId="320"/>
        </pc:sldMkLst>
      </pc:sldChg>
      <pc:sldChg chg="add del">
        <pc:chgData name="Fabio Bittencourt" userId="9399af9f441dfb25" providerId="LiveId" clId="{87FEEC51-4A4D-4000-AFF7-19B075429E2B}" dt="2026-03-16T00:56:24.717" v="216" actId="47"/>
        <pc:sldMkLst>
          <pc:docMk/>
          <pc:sldMk cId="1386708093" sldId="321"/>
        </pc:sldMkLst>
      </pc:sldChg>
      <pc:sldChg chg="add del">
        <pc:chgData name="Fabio Bittencourt" userId="9399af9f441dfb25" providerId="LiveId" clId="{87FEEC51-4A4D-4000-AFF7-19B075429E2B}" dt="2026-03-16T00:56:27.731" v="226" actId="47"/>
        <pc:sldMkLst>
          <pc:docMk/>
          <pc:sldMk cId="3991070401" sldId="322"/>
        </pc:sldMkLst>
      </pc:sldChg>
      <pc:sldChg chg="add del">
        <pc:chgData name="Fabio Bittencourt" userId="9399af9f441dfb25" providerId="LiveId" clId="{87FEEC51-4A4D-4000-AFF7-19B075429E2B}" dt="2026-03-16T00:56:29.178" v="231" actId="47"/>
        <pc:sldMkLst>
          <pc:docMk/>
          <pc:sldMk cId="2281946840" sldId="323"/>
        </pc:sldMkLst>
      </pc:sldChg>
      <pc:sldChg chg="add del">
        <pc:chgData name="Fabio Bittencourt" userId="9399af9f441dfb25" providerId="LiveId" clId="{87FEEC51-4A4D-4000-AFF7-19B075429E2B}" dt="2026-03-16T00:56:25.295" v="218" actId="47"/>
        <pc:sldMkLst>
          <pc:docMk/>
          <pc:sldMk cId="2670338471" sldId="324"/>
        </pc:sldMkLst>
      </pc:sldChg>
      <pc:sldChg chg="add del">
        <pc:chgData name="Fabio Bittencourt" userId="9399af9f441dfb25" providerId="LiveId" clId="{87FEEC51-4A4D-4000-AFF7-19B075429E2B}" dt="2026-03-16T00:56:25.577" v="219" actId="47"/>
        <pc:sldMkLst>
          <pc:docMk/>
          <pc:sldMk cId="750793393" sldId="325"/>
        </pc:sldMkLst>
      </pc:sldChg>
      <pc:sldChg chg="add del">
        <pc:chgData name="Fabio Bittencourt" userId="9399af9f441dfb25" providerId="LiveId" clId="{87FEEC51-4A4D-4000-AFF7-19B075429E2B}" dt="2026-03-16T00:56:22.587" v="209" actId="47"/>
        <pc:sldMkLst>
          <pc:docMk/>
          <pc:sldMk cId="2924335306" sldId="326"/>
        </pc:sldMkLst>
      </pc:sldChg>
      <pc:sldChg chg="add del">
        <pc:chgData name="Fabio Bittencourt" userId="9399af9f441dfb25" providerId="LiveId" clId="{87FEEC51-4A4D-4000-AFF7-19B075429E2B}" dt="2026-03-16T00:56:24.998" v="217" actId="47"/>
        <pc:sldMkLst>
          <pc:docMk/>
          <pc:sldMk cId="1325722288" sldId="327"/>
        </pc:sldMkLst>
      </pc:sldChg>
      <pc:sldChg chg="add del">
        <pc:chgData name="Fabio Bittencourt" userId="9399af9f441dfb25" providerId="LiveId" clId="{87FEEC51-4A4D-4000-AFF7-19B075429E2B}" dt="2026-03-16T00:56:28.878" v="230" actId="47"/>
        <pc:sldMkLst>
          <pc:docMk/>
          <pc:sldMk cId="2259577138" sldId="328"/>
        </pc:sldMkLst>
      </pc:sldChg>
      <pc:sldChg chg="add del">
        <pc:chgData name="Fabio Bittencourt" userId="9399af9f441dfb25" providerId="LiveId" clId="{87FEEC51-4A4D-4000-AFF7-19B075429E2B}" dt="2026-03-16T00:56:29.477" v="232" actId="47"/>
        <pc:sldMkLst>
          <pc:docMk/>
          <pc:sldMk cId="758967179" sldId="329"/>
        </pc:sldMkLst>
      </pc:sldChg>
      <pc:sldChg chg="del">
        <pc:chgData name="Fabio Bittencourt" userId="9399af9f441dfb25" providerId="LiveId" clId="{87FEEC51-4A4D-4000-AFF7-19B075429E2B}" dt="2026-03-16T00:56:20.530" v="202" actId="47"/>
        <pc:sldMkLst>
          <pc:docMk/>
          <pc:sldMk cId="2592051498" sldId="331"/>
        </pc:sldMkLst>
      </pc:sldChg>
      <pc:sldChg chg="del">
        <pc:chgData name="Fabio Bittencourt" userId="9399af9f441dfb25" providerId="LiveId" clId="{87FEEC51-4A4D-4000-AFF7-19B075429E2B}" dt="2026-03-16T00:56:20.859" v="203" actId="47"/>
        <pc:sldMkLst>
          <pc:docMk/>
          <pc:sldMk cId="3143937989" sldId="332"/>
        </pc:sldMkLst>
      </pc:sldChg>
      <pc:sldChg chg="del">
        <pc:chgData name="Fabio Bittencourt" userId="9399af9f441dfb25" providerId="LiveId" clId="{87FEEC51-4A4D-4000-AFF7-19B075429E2B}" dt="2026-03-16T00:56:21.120" v="204" actId="47"/>
        <pc:sldMkLst>
          <pc:docMk/>
          <pc:sldMk cId="725884796" sldId="333"/>
        </pc:sldMkLst>
      </pc:sldChg>
      <pc:sldChg chg="del">
        <pc:chgData name="Fabio Bittencourt" userId="9399af9f441dfb25" providerId="LiveId" clId="{87FEEC51-4A4D-4000-AFF7-19B075429E2B}" dt="2026-03-16T00:56:21.390" v="205" actId="47"/>
        <pc:sldMkLst>
          <pc:docMk/>
          <pc:sldMk cId="2018831448" sldId="334"/>
        </pc:sldMkLst>
      </pc:sldChg>
      <pc:sldChg chg="del">
        <pc:chgData name="Fabio Bittencourt" userId="9399af9f441dfb25" providerId="LiveId" clId="{87FEEC51-4A4D-4000-AFF7-19B075429E2B}" dt="2026-03-16T00:56:21.682" v="206" actId="47"/>
        <pc:sldMkLst>
          <pc:docMk/>
          <pc:sldMk cId="2509973757" sldId="335"/>
        </pc:sldMkLst>
      </pc:sldChg>
      <pc:sldChg chg="modSp mod">
        <pc:chgData name="Fabio Bittencourt" userId="9399af9f441dfb25" providerId="LiveId" clId="{87FEEC51-4A4D-4000-AFF7-19B075429E2B}" dt="2026-03-16T01:11:51.111" v="781" actId="20577"/>
        <pc:sldMkLst>
          <pc:docMk/>
          <pc:sldMk cId="2364201091" sldId="353"/>
        </pc:sldMkLst>
        <pc:spChg chg="mod">
          <ac:chgData name="Fabio Bittencourt" userId="9399af9f441dfb25" providerId="LiveId" clId="{87FEEC51-4A4D-4000-AFF7-19B075429E2B}" dt="2026-03-16T00:56:18.599" v="201" actId="20577"/>
          <ac:spMkLst>
            <pc:docMk/>
            <pc:sldMk cId="2364201091" sldId="353"/>
            <ac:spMk id="4" creationId="{0BC8D165-B75F-48D1-A8CB-4126C958CF61}"/>
          </ac:spMkLst>
        </pc:spChg>
        <pc:spChg chg="mod">
          <ac:chgData name="Fabio Bittencourt" userId="9399af9f441dfb25" providerId="LiveId" clId="{87FEEC51-4A4D-4000-AFF7-19B075429E2B}" dt="2026-03-16T01:11:51.111" v="781" actId="20577"/>
          <ac:spMkLst>
            <pc:docMk/>
            <pc:sldMk cId="2364201091" sldId="353"/>
            <ac:spMk id="6" creationId="{8A0BAE10-A955-4236-9445-F72EEE14E523}"/>
          </ac:spMkLst>
        </pc:spChg>
      </pc:sldChg>
      <pc:sldChg chg="del">
        <pc:chgData name="Fabio Bittencourt" userId="9399af9f441dfb25" providerId="LiveId" clId="{87FEEC51-4A4D-4000-AFF7-19B075429E2B}" dt="2026-03-16T00:56:21.964" v="207" actId="47"/>
        <pc:sldMkLst>
          <pc:docMk/>
          <pc:sldMk cId="3676448160" sldId="354"/>
        </pc:sldMkLst>
      </pc:sldChg>
      <pc:sldChg chg="modSp add mod">
        <pc:chgData name="Fabio Bittencourt" userId="9399af9f441dfb25" providerId="LiveId" clId="{87FEEC51-4A4D-4000-AFF7-19B075429E2B}" dt="2026-03-16T01:42:07.583" v="1947" actId="404"/>
        <pc:sldMkLst>
          <pc:docMk/>
          <pc:sldMk cId="3935226180" sldId="354"/>
        </pc:sldMkLst>
        <pc:spChg chg="mod">
          <ac:chgData name="Fabio Bittencourt" userId="9399af9f441dfb25" providerId="LiveId" clId="{87FEEC51-4A4D-4000-AFF7-19B075429E2B}" dt="2026-03-16T01:42:07.583" v="1947" actId="404"/>
          <ac:spMkLst>
            <pc:docMk/>
            <pc:sldMk cId="3935226180" sldId="354"/>
            <ac:spMk id="6" creationId="{3A6675F5-D55B-5CC4-8678-D9B0C456F23E}"/>
          </ac:spMkLst>
        </pc:spChg>
      </pc:sldChg>
      <pc:sldChg chg="modSp add mod">
        <pc:chgData name="Fabio Bittencourt" userId="9399af9f441dfb25" providerId="LiveId" clId="{87FEEC51-4A4D-4000-AFF7-19B075429E2B}" dt="2026-03-16T02:03:08.433" v="3049" actId="27636"/>
        <pc:sldMkLst>
          <pc:docMk/>
          <pc:sldMk cId="1023653757" sldId="355"/>
        </pc:sldMkLst>
        <pc:spChg chg="mod">
          <ac:chgData name="Fabio Bittencourt" userId="9399af9f441dfb25" providerId="LiveId" clId="{87FEEC51-4A4D-4000-AFF7-19B075429E2B}" dt="2026-03-16T02:03:08.433" v="3049" actId="27636"/>
          <ac:spMkLst>
            <pc:docMk/>
            <pc:sldMk cId="1023653757" sldId="355"/>
            <ac:spMk id="6" creationId="{22B8CC91-8734-0A55-E8A8-C9EF3854EC98}"/>
          </ac:spMkLst>
        </pc:spChg>
      </pc:sldChg>
      <pc:sldChg chg="modSp add del mod ord">
        <pc:chgData name="Fabio Bittencourt" userId="9399af9f441dfb25" providerId="LiveId" clId="{87FEEC51-4A4D-4000-AFF7-19B075429E2B}" dt="2026-03-16T00:56:22.245" v="208" actId="47"/>
        <pc:sldMkLst>
          <pc:docMk/>
          <pc:sldMk cId="1367946799" sldId="355"/>
        </pc:sldMkLst>
      </pc:sldChg>
      <pc:sldChg chg="modSp add mod">
        <pc:chgData name="Fabio Bittencourt" userId="9399af9f441dfb25" providerId="LiveId" clId="{87FEEC51-4A4D-4000-AFF7-19B075429E2B}" dt="2026-03-16T02:24:00.310" v="3448" actId="20577"/>
        <pc:sldMkLst>
          <pc:docMk/>
          <pc:sldMk cId="508115430" sldId="356"/>
        </pc:sldMkLst>
        <pc:spChg chg="mod">
          <ac:chgData name="Fabio Bittencourt" userId="9399af9f441dfb25" providerId="LiveId" clId="{87FEEC51-4A4D-4000-AFF7-19B075429E2B}" dt="2026-03-16T02:24:00.310" v="3448" actId="20577"/>
          <ac:spMkLst>
            <pc:docMk/>
            <pc:sldMk cId="508115430" sldId="356"/>
            <ac:spMk id="6" creationId="{30EEEE07-403F-E053-7CAE-7E82BFCC1FA8}"/>
          </ac:spMkLst>
        </pc:spChg>
      </pc:sldChg>
      <pc:sldChg chg="add del">
        <pc:chgData name="Fabio Bittencourt" userId="9399af9f441dfb25" providerId="LiveId" clId="{87FEEC51-4A4D-4000-AFF7-19B075429E2B}" dt="2026-03-16T00:56:26.255" v="221" actId="47"/>
        <pc:sldMkLst>
          <pc:docMk/>
          <pc:sldMk cId="549479492" sldId="356"/>
        </pc:sldMkLst>
      </pc:sldChg>
      <pc:sldChg chg="add del">
        <pc:chgData name="Fabio Bittencourt" userId="9399af9f441dfb25" providerId="LiveId" clId="{87FEEC51-4A4D-4000-AFF7-19B075429E2B}" dt="2026-03-16T00:56:26.545" v="222" actId="47"/>
        <pc:sldMkLst>
          <pc:docMk/>
          <pc:sldMk cId="2522138004" sldId="357"/>
        </pc:sldMkLst>
      </pc:sldChg>
      <pc:sldChg chg="modSp add mod">
        <pc:chgData name="Fabio Bittencourt" userId="9399af9f441dfb25" providerId="LiveId" clId="{87FEEC51-4A4D-4000-AFF7-19B075429E2B}" dt="2026-03-16T02:24:47.749" v="3623" actId="20577"/>
        <pc:sldMkLst>
          <pc:docMk/>
          <pc:sldMk cId="2769824674" sldId="357"/>
        </pc:sldMkLst>
        <pc:spChg chg="mod">
          <ac:chgData name="Fabio Bittencourt" userId="9399af9f441dfb25" providerId="LiveId" clId="{87FEEC51-4A4D-4000-AFF7-19B075429E2B}" dt="2026-03-16T02:24:47.749" v="3623" actId="20577"/>
          <ac:spMkLst>
            <pc:docMk/>
            <pc:sldMk cId="2769824674" sldId="357"/>
            <ac:spMk id="6" creationId="{C6BABF5A-78D4-F82A-D7CB-238D385643C9}"/>
          </ac:spMkLst>
        </pc:spChg>
      </pc:sldChg>
      <pc:sldChg chg="add del">
        <pc:chgData name="Fabio Bittencourt" userId="9399af9f441dfb25" providerId="LiveId" clId="{87FEEC51-4A4D-4000-AFF7-19B075429E2B}" dt="2026-03-16T00:56:27.125" v="224" actId="47"/>
        <pc:sldMkLst>
          <pc:docMk/>
          <pc:sldMk cId="2887932512" sldId="359"/>
        </pc:sldMkLst>
      </pc:sldChg>
      <pc:sldChg chg="add del">
        <pc:chgData name="Fabio Bittencourt" userId="9399af9f441dfb25" providerId="LiveId" clId="{87FEEC51-4A4D-4000-AFF7-19B075429E2B}" dt="2026-03-16T00:56:27.444" v="225" actId="47"/>
        <pc:sldMkLst>
          <pc:docMk/>
          <pc:sldMk cId="2112138212" sldId="360"/>
        </pc:sldMkLst>
      </pc:sldChg>
      <pc:sldChg chg="add del">
        <pc:chgData name="Fabio Bittencourt" userId="9399af9f441dfb25" providerId="LiveId" clId="{87FEEC51-4A4D-4000-AFF7-19B075429E2B}" dt="2026-03-16T00:56:27.992" v="227" actId="47"/>
        <pc:sldMkLst>
          <pc:docMk/>
          <pc:sldMk cId="2563202198" sldId="361"/>
        </pc:sldMkLst>
      </pc:sldChg>
      <pc:sldChg chg="add del">
        <pc:chgData name="Fabio Bittencourt" userId="9399af9f441dfb25" providerId="LiveId" clId="{87FEEC51-4A4D-4000-AFF7-19B075429E2B}" dt="2026-03-16T00:56:28.284" v="228" actId="47"/>
        <pc:sldMkLst>
          <pc:docMk/>
          <pc:sldMk cId="1827449756" sldId="362"/>
        </pc:sldMkLst>
      </pc:sldChg>
      <pc:sldChg chg="add del">
        <pc:chgData name="Fabio Bittencourt" userId="9399af9f441dfb25" providerId="LiveId" clId="{87FEEC51-4A4D-4000-AFF7-19B075429E2B}" dt="2026-03-16T00:56:28.628" v="229" actId="47"/>
        <pc:sldMkLst>
          <pc:docMk/>
          <pc:sldMk cId="3066703435" sldId="363"/>
        </pc:sldMkLst>
      </pc:sldChg>
      <pc:sldChg chg="add del">
        <pc:chgData name="Fabio Bittencourt" userId="9399af9f441dfb25" providerId="LiveId" clId="{87FEEC51-4A4D-4000-AFF7-19B075429E2B}" dt="2026-03-16T00:56:29.856" v="233" actId="47"/>
        <pc:sldMkLst>
          <pc:docMk/>
          <pc:sldMk cId="1719059571" sldId="364"/>
        </pc:sldMkLst>
      </pc:sldChg>
      <pc:sldChg chg="modSp add del mod">
        <pc:chgData name="Fabio Bittencourt" userId="9399af9f441dfb25" providerId="LiveId" clId="{87FEEC51-4A4D-4000-AFF7-19B075429E2B}" dt="2026-03-16T00:56:25.936" v="220" actId="47"/>
        <pc:sldMkLst>
          <pc:docMk/>
          <pc:sldMk cId="1827021509" sldId="365"/>
        </pc:sldMkLst>
      </pc:sldChg>
      <pc:sldChg chg="add del">
        <pc:chgData name="Fabio Bittencourt" userId="9399af9f441dfb25" providerId="LiveId" clId="{87FEEC51-4A4D-4000-AFF7-19B075429E2B}" dt="2026-03-16T00:56:10.303" v="183" actId="47"/>
        <pc:sldMkLst>
          <pc:docMk/>
          <pc:sldMk cId="1292301229" sldId="3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parencia.betha.cloud/#/n4W91vnHptoBkiHKAxioOA==/dados-abertos?esconderCabecalho=S&amp;esconderMenu=S&amp;esconderRodape=S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/>
              <a:t>Estatística Aplicada – Aula 4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F7A50-522E-4800-8C58-F91A738D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Trabalho Prático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29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Prático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Nas nossas primeiras aulas tivemos a apresentação das medidas padrões das séries, probabilidades e o teorema de produto, que entendemos sobre um fenômeno e principalmente sobre como as variáveis podem afetar as outras através da correlação;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Portanto, a nossa ideia é vocês mostrarem o que vocês aprenderam com essas primeiras aulas e iremos para o mundo real;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Quero que todos acessem esse link: </a:t>
            </a:r>
            <a:r>
              <a:rPr lang="pt-BR" sz="2200" dirty="0">
                <a:solidFill>
                  <a:srgbClr val="003958"/>
                </a:solidFill>
                <a:hlinkClick r:id="rId2"/>
              </a:rPr>
              <a:t>https://transparencia.betha.cloud/#/n4W91vnHptoBkiHKAxioOA==/dados-abertos?esconderCabecalho=S&amp;esconderMenu=S&amp;esconderRodape=S</a:t>
            </a: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20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AC7F-E267-9CCB-07A1-E893FE499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DCA0B9-475D-09D0-EE19-76EAE339BEF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Prático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3A6675F5-D55B-5CC4-8678-D9B0C456F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Nele temos 18 conjuntos de dados públicos de 3 categorias da prefeitura de Criciúma e o que vocês devem fazer: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</a:rPr>
              <a:t>Bolar uma pergunta problema que esteja relacionada com 3 ou mais arquivos (Obrigatório);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</a:rPr>
              <a:t>Escolher uma variável que seja a causa raiz do fenômeno do seu problema (Obrigatório);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</a:rPr>
              <a:t>Calcular o </a:t>
            </a:r>
            <a:r>
              <a:rPr lang="pt-BR" sz="1800" dirty="0" err="1">
                <a:solidFill>
                  <a:srgbClr val="003958"/>
                </a:solidFill>
              </a:rPr>
              <a:t>Boxplot</a:t>
            </a:r>
            <a:r>
              <a:rPr lang="pt-BR" sz="1800" dirty="0">
                <a:solidFill>
                  <a:srgbClr val="003958"/>
                </a:solidFill>
              </a:rPr>
              <a:t> via Python para a sua variável escolhida no passo anterior (Obrigatório);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</a:rPr>
              <a:t>Explicar o </a:t>
            </a:r>
            <a:r>
              <a:rPr lang="pt-BR" sz="1800" dirty="0" err="1">
                <a:solidFill>
                  <a:srgbClr val="003958"/>
                </a:solidFill>
              </a:rPr>
              <a:t>Boxplot</a:t>
            </a:r>
            <a:r>
              <a:rPr lang="pt-BR" sz="1800" dirty="0">
                <a:solidFill>
                  <a:srgbClr val="003958"/>
                </a:solidFill>
              </a:rPr>
              <a:t> sobre os conceitos vistos em sala (Outliers, Quartis e Mediana) (Desejável);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</a:rPr>
              <a:t>Escolher dentre as variáveis dos arquivos escolhidos pelo menos outras 10 que o seu grupo acredita que influencie o fenômeno (Obrigatório);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</a:rPr>
              <a:t>Una as bases em uma única com a sua variável escolhida e as suas outras 10 influenciadoras (Obrigatório);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</a:rPr>
              <a:t>Calcule a correlação entre a sua variável escolhida e a suas outras variáveis (Desejável);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>
                <a:solidFill>
                  <a:srgbClr val="003958"/>
                </a:solidFill>
              </a:rPr>
              <a:t>Prepare uma apresentação sobre o seu fenômeno em formato </a:t>
            </a:r>
            <a:r>
              <a:rPr lang="pt-BR" sz="1800" i="1" dirty="0" err="1">
                <a:solidFill>
                  <a:srgbClr val="003958"/>
                </a:solidFill>
              </a:rPr>
              <a:t>storytelling</a:t>
            </a:r>
            <a:r>
              <a:rPr lang="pt-BR" sz="1800" i="1" dirty="0">
                <a:solidFill>
                  <a:srgbClr val="003958"/>
                </a:solidFill>
              </a:rPr>
              <a:t> </a:t>
            </a:r>
            <a:r>
              <a:rPr lang="pt-BR" sz="1800" dirty="0">
                <a:solidFill>
                  <a:srgbClr val="003958"/>
                </a:solidFill>
              </a:rPr>
              <a:t>(Obrigatório).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226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3EF5B-A6A8-DB19-C072-0A4B4F4C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D5B3E9-AD76-1E9A-FAC8-21DCB132B79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Prático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2B8CC91-8734-0A55-E8A8-C9EF3854E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fazer isso vocês poderão escolher os seus grupos, tal qual vocês mesmo escolheram na semana passada: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pt-BR" dirty="0">
                <a:solidFill>
                  <a:srgbClr val="003958"/>
                </a:solidFill>
              </a:rPr>
              <a:t>Os grupos são de 5 pessoas;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>
                <a:solidFill>
                  <a:srgbClr val="003958"/>
                </a:solidFill>
              </a:rPr>
              <a:t>É claro que vocês sabem contar, então teremos 6 grupos de 5 pessoas e um grupo de 4 pessoas;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>
                <a:solidFill>
                  <a:srgbClr val="003958"/>
                </a:solidFill>
              </a:rPr>
              <a:t>Isso se todos vierem, se alguém não comparecer, a sua nota é 0 e ai nos vemos na N-1.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>
              <a:solidFill>
                <a:srgbClr val="003958"/>
              </a:solidFill>
            </a:endParaRPr>
          </a:p>
          <a:p>
            <a:pPr lvl="1"/>
            <a:r>
              <a:rPr lang="pt-BR" dirty="0">
                <a:solidFill>
                  <a:srgbClr val="003958"/>
                </a:solidFill>
              </a:rPr>
              <a:t>Observações: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>
                <a:solidFill>
                  <a:srgbClr val="003958"/>
                </a:solidFill>
              </a:rPr>
              <a:t>O mínimo possível para um grupo será de 3 pessoas;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>
                <a:solidFill>
                  <a:srgbClr val="003958"/>
                </a:solidFill>
              </a:rPr>
              <a:t>Esse grupo de 3 ou 4 pessoas será obrigatoriamente composto pelas 2 pessoas que estão dispensadas da prova teórica e dois (ou um) voluntários que queiram se juntar a esses colegas;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>
                <a:solidFill>
                  <a:srgbClr val="003958"/>
                </a:solidFill>
              </a:rPr>
              <a:t>Caso contrário, poderemos ter excepcionalmente um grupo com 6 pessoas.</a:t>
            </a:r>
          </a:p>
          <a:p>
            <a:pPr lvl="1"/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653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5FCA7-0261-942A-ACB3-EAF6ED34D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309880-4861-F374-39F6-4FD47313EA8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Prático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30EEEE07-403F-E053-7CAE-7E82BFCC1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Vocês devem entregar os pontos obrigatórios até as 22:00.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Na semana que vem, vocês irão apresentar a sua apresentação (perdão pela redundância) na semana que vem valendo pontos extras (talvez já sabendo sua nota);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Essa apresentação é opcional também. </a:t>
            </a:r>
            <a:endParaRPr lang="pt-BR" sz="1800" dirty="0">
              <a:solidFill>
                <a:srgbClr val="003958"/>
              </a:solidFill>
            </a:endParaRPr>
          </a:p>
          <a:p>
            <a:pPr lvl="1"/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115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86A4-D3E7-ACA5-D66F-B156D4FE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C551C4-AECB-AEFA-A4BA-72DE4D05E4C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Prático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6BABF5A-78D4-F82A-D7CB-238D38564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Até as 22:00 eu estarei disponível para tirar dúvidas de vocês, mas vocês tem até às 24:00 para me enviar no e-mail um arquivo .zip com os arquivos do seu trabalho;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sua explicação pode ser por vídeo, pode ser na carteira me chamando, pode ser por texto, por linguagem de sinais, como vocês quiserem...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Vocês não são obrigados a ficar aqui se não quiserem, mas se quiserem sair precisam sair com o nome do grupo definido e entregue a mim antes </a:t>
            </a:r>
            <a:r>
              <a:rPr lang="pt-BR" sz="2200">
                <a:solidFill>
                  <a:srgbClr val="003958"/>
                </a:solidFill>
              </a:rPr>
              <a:t>de sair.</a:t>
            </a: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</a:endParaRPr>
          </a:p>
          <a:p>
            <a:pPr lvl="1"/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824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11352</TotalTime>
  <Words>541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Impact</vt:lpstr>
      <vt:lpstr>Tema do Office</vt:lpstr>
      <vt:lpstr>Estatística Aplicada – Aula 4</vt:lpstr>
      <vt:lpstr>Trabalho Prático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161</cp:revision>
  <dcterms:created xsi:type="dcterms:W3CDTF">2019-02-19T21:17:49Z</dcterms:created>
  <dcterms:modified xsi:type="dcterms:W3CDTF">2026-03-16T02:24:52Z</dcterms:modified>
</cp:coreProperties>
</file>