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358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1" r:id="rId11"/>
    <p:sldId id="363" r:id="rId12"/>
    <p:sldId id="362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0A566-C3E4-ED3D-F01A-00C85511E102}" v="2363" dt="2026-04-01T19:21:37.3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40" y="3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Bittencourt" userId="9399af9f441dfb25" providerId="Windows Live" clId="Web-{2AF0A566-C3E4-ED3D-F01A-00C85511E102}"/>
    <pc:docChg chg="addSld delSld modSld sldOrd">
      <pc:chgData name="Fabio Bittencourt" userId="9399af9f441dfb25" providerId="Windows Live" clId="Web-{2AF0A566-C3E4-ED3D-F01A-00C85511E102}" dt="2026-04-01T19:21:37.304" v="2357" actId="1076"/>
      <pc:docMkLst>
        <pc:docMk/>
      </pc:docMkLst>
      <pc:sldChg chg="modSp">
        <pc:chgData name="Fabio Bittencourt" userId="9399af9f441dfb25" providerId="Windows Live" clId="Web-{2AF0A566-C3E4-ED3D-F01A-00C85511E102}" dt="2026-04-01T17:34:10.176" v="0" actId="20577"/>
        <pc:sldMkLst>
          <pc:docMk/>
          <pc:sldMk cId="1766138550" sldId="256"/>
        </pc:sldMkLst>
        <pc:spChg chg="mod">
          <ac:chgData name="Fabio Bittencourt" userId="9399af9f441dfb25" providerId="Windows Live" clId="Web-{2AF0A566-C3E4-ED3D-F01A-00C85511E102}" dt="2026-04-01T17:34:10.176" v="0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del">
        <pc:chgData name="Fabio Bittencourt" userId="9399af9f441dfb25" providerId="Windows Live" clId="Web-{2AF0A566-C3E4-ED3D-F01A-00C85511E102}" dt="2026-04-01T17:34:29.270" v="9"/>
        <pc:sldMkLst>
          <pc:docMk/>
          <pc:sldMk cId="3561290430" sldId="283"/>
        </pc:sldMkLst>
      </pc:sldChg>
      <pc:sldChg chg="del">
        <pc:chgData name="Fabio Bittencourt" userId="9399af9f441dfb25" providerId="Windows Live" clId="Web-{2AF0A566-C3E4-ED3D-F01A-00C85511E102}" dt="2026-04-01T17:34:29.270" v="8"/>
        <pc:sldMkLst>
          <pc:docMk/>
          <pc:sldMk cId="2364201091" sldId="353"/>
        </pc:sldMkLst>
      </pc:sldChg>
      <pc:sldChg chg="del">
        <pc:chgData name="Fabio Bittencourt" userId="9399af9f441dfb25" providerId="Windows Live" clId="Web-{2AF0A566-C3E4-ED3D-F01A-00C85511E102}" dt="2026-04-01T17:34:29.270" v="7"/>
        <pc:sldMkLst>
          <pc:docMk/>
          <pc:sldMk cId="2769824674" sldId="357"/>
        </pc:sldMkLst>
      </pc:sldChg>
      <pc:sldChg chg="modSp ord">
        <pc:chgData name="Fabio Bittencourt" userId="9399af9f441dfb25" providerId="Windows Live" clId="Web-{2AF0A566-C3E4-ED3D-F01A-00C85511E102}" dt="2026-04-01T17:36:36.429" v="24" actId="20577"/>
        <pc:sldMkLst>
          <pc:docMk/>
          <pc:sldMk cId="850751447" sldId="358"/>
        </pc:sldMkLst>
        <pc:spChg chg="mod">
          <ac:chgData name="Fabio Bittencourt" userId="9399af9f441dfb25" providerId="Windows Live" clId="Web-{2AF0A566-C3E4-ED3D-F01A-00C85511E102}" dt="2026-04-01T17:36:36.429" v="24" actId="20577"/>
          <ac:spMkLst>
            <pc:docMk/>
            <pc:sldMk cId="850751447" sldId="358"/>
            <ac:spMk id="2" creationId="{FB8FFC78-E2EF-7447-00DF-606150B77D44}"/>
          </ac:spMkLst>
        </pc:spChg>
      </pc:sldChg>
      <pc:sldChg chg="del">
        <pc:chgData name="Fabio Bittencourt" userId="9399af9f441dfb25" providerId="Windows Live" clId="Web-{2AF0A566-C3E4-ED3D-F01A-00C85511E102}" dt="2026-04-01T17:34:29.270" v="6"/>
        <pc:sldMkLst>
          <pc:docMk/>
          <pc:sldMk cId="1248201444" sldId="359"/>
        </pc:sldMkLst>
      </pc:sldChg>
      <pc:sldChg chg="del">
        <pc:chgData name="Fabio Bittencourt" userId="9399af9f441dfb25" providerId="Windows Live" clId="Web-{2AF0A566-C3E4-ED3D-F01A-00C85511E102}" dt="2026-04-01T17:34:29.270" v="5"/>
        <pc:sldMkLst>
          <pc:docMk/>
          <pc:sldMk cId="3188560086" sldId="360"/>
        </pc:sldMkLst>
      </pc:sldChg>
      <pc:sldChg chg="del">
        <pc:chgData name="Fabio Bittencourt" userId="9399af9f441dfb25" providerId="Windows Live" clId="Web-{2AF0A566-C3E4-ED3D-F01A-00C85511E102}" dt="2026-04-01T17:34:29.255" v="4"/>
        <pc:sldMkLst>
          <pc:docMk/>
          <pc:sldMk cId="3013982430" sldId="361"/>
        </pc:sldMkLst>
      </pc:sldChg>
      <pc:sldChg chg="modSp">
        <pc:chgData name="Fabio Bittencourt" userId="9399af9f441dfb25" providerId="Windows Live" clId="Web-{2AF0A566-C3E4-ED3D-F01A-00C85511E102}" dt="2026-04-01T17:34:25.129" v="3" actId="20577"/>
        <pc:sldMkLst>
          <pc:docMk/>
          <pc:sldMk cId="1624693146" sldId="362"/>
        </pc:sldMkLst>
        <pc:spChg chg="mod">
          <ac:chgData name="Fabio Bittencourt" userId="9399af9f441dfb25" providerId="Windows Live" clId="Web-{2AF0A566-C3E4-ED3D-F01A-00C85511E102}" dt="2026-04-01T17:34:25.129" v="3" actId="20577"/>
          <ac:spMkLst>
            <pc:docMk/>
            <pc:sldMk cId="1624693146" sldId="362"/>
            <ac:spMk id="6" creationId="{23BCCD4D-49FC-EF9E-7536-151959D3C66E}"/>
          </ac:spMkLst>
        </pc:spChg>
      </pc:sldChg>
      <pc:sldChg chg="add replId">
        <pc:chgData name="Fabio Bittencourt" userId="9399af9f441dfb25" providerId="Windows Live" clId="Web-{2AF0A566-C3E4-ED3D-F01A-00C85511E102}" dt="2026-04-01T17:34:31.255" v="10"/>
        <pc:sldMkLst>
          <pc:docMk/>
          <pc:sldMk cId="2723016197" sldId="363"/>
        </pc:sldMkLst>
      </pc:sldChg>
      <pc:sldChg chg="modSp add ord replId">
        <pc:chgData name="Fabio Bittencourt" userId="9399af9f441dfb25" providerId="Windows Live" clId="Web-{2AF0A566-C3E4-ED3D-F01A-00C85511E102}" dt="2026-04-01T17:44:09.229" v="568" actId="20577"/>
        <pc:sldMkLst>
          <pc:docMk/>
          <pc:sldMk cId="1606239993" sldId="364"/>
        </pc:sldMkLst>
        <pc:spChg chg="mod">
          <ac:chgData name="Fabio Bittencourt" userId="9399af9f441dfb25" providerId="Windows Live" clId="Web-{2AF0A566-C3E4-ED3D-F01A-00C85511E102}" dt="2026-04-01T17:37:07.476" v="41" actId="20577"/>
          <ac:spMkLst>
            <pc:docMk/>
            <pc:sldMk cId="1606239993" sldId="364"/>
            <ac:spMk id="4" creationId="{D036ECE1-321E-8DF3-5D06-B719C29C0F6B}"/>
          </ac:spMkLst>
        </pc:spChg>
        <pc:spChg chg="mod">
          <ac:chgData name="Fabio Bittencourt" userId="9399af9f441dfb25" providerId="Windows Live" clId="Web-{2AF0A566-C3E4-ED3D-F01A-00C85511E102}" dt="2026-04-01T17:44:09.229" v="568" actId="20577"/>
          <ac:spMkLst>
            <pc:docMk/>
            <pc:sldMk cId="1606239993" sldId="364"/>
            <ac:spMk id="6" creationId="{D8124009-02A9-177C-3F54-950A3298EB93}"/>
          </ac:spMkLst>
        </pc:spChg>
      </pc:sldChg>
      <pc:sldChg chg="addSp modSp add replId">
        <pc:chgData name="Fabio Bittencourt" userId="9399af9f441dfb25" providerId="Windows Live" clId="Web-{2AF0A566-C3E4-ED3D-F01A-00C85511E102}" dt="2026-04-01T17:53:09.091" v="943" actId="20577"/>
        <pc:sldMkLst>
          <pc:docMk/>
          <pc:sldMk cId="2246080397" sldId="365"/>
        </pc:sldMkLst>
        <pc:spChg chg="mod">
          <ac:chgData name="Fabio Bittencourt" userId="9399af9f441dfb25" providerId="Windows Live" clId="Web-{2AF0A566-C3E4-ED3D-F01A-00C85511E102}" dt="2026-04-01T17:53:09.091" v="943" actId="20577"/>
          <ac:spMkLst>
            <pc:docMk/>
            <pc:sldMk cId="2246080397" sldId="365"/>
            <ac:spMk id="6" creationId="{C6DB6253-DA2E-64BD-5036-83722C6AC8D0}"/>
          </ac:spMkLst>
        </pc:spChg>
        <pc:picChg chg="add mod">
          <ac:chgData name="Fabio Bittencourt" userId="9399af9f441dfb25" providerId="Windows Live" clId="Web-{2AF0A566-C3E4-ED3D-F01A-00C85511E102}" dt="2026-04-01T17:51:01.229" v="722" actId="1076"/>
          <ac:picMkLst>
            <pc:docMk/>
            <pc:sldMk cId="2246080397" sldId="365"/>
            <ac:picMk id="2" creationId="{E320E983-DD00-DFEF-3D5C-08BE6089ADB0}"/>
          </ac:picMkLst>
        </pc:picChg>
      </pc:sldChg>
      <pc:sldChg chg="add del replId">
        <pc:chgData name="Fabio Bittencourt" userId="9399af9f441dfb25" providerId="Windows Live" clId="Web-{2AF0A566-C3E4-ED3D-F01A-00C85511E102}" dt="2026-04-01T17:49:29.213" v="675"/>
        <pc:sldMkLst>
          <pc:docMk/>
          <pc:sldMk cId="1944202694" sldId="366"/>
        </pc:sldMkLst>
      </pc:sldChg>
      <pc:sldChg chg="delSp modSp add replId">
        <pc:chgData name="Fabio Bittencourt" userId="9399af9f441dfb25" providerId="Windows Live" clId="Web-{2AF0A566-C3E4-ED3D-F01A-00C85511E102}" dt="2026-04-01T18:21:37.488" v="1353" actId="20577"/>
        <pc:sldMkLst>
          <pc:docMk/>
          <pc:sldMk cId="2701243154" sldId="366"/>
        </pc:sldMkLst>
        <pc:spChg chg="mod">
          <ac:chgData name="Fabio Bittencourt" userId="9399af9f441dfb25" providerId="Windows Live" clId="Web-{2AF0A566-C3E4-ED3D-F01A-00C85511E102}" dt="2026-04-01T18:21:37.488" v="1353" actId="20577"/>
          <ac:spMkLst>
            <pc:docMk/>
            <pc:sldMk cId="2701243154" sldId="366"/>
            <ac:spMk id="6" creationId="{18C1451B-00E6-ECB9-6965-36A967C550BB}"/>
          </ac:spMkLst>
        </pc:spChg>
        <pc:picChg chg="del">
          <ac:chgData name="Fabio Bittencourt" userId="9399af9f441dfb25" providerId="Windows Live" clId="Web-{2AF0A566-C3E4-ED3D-F01A-00C85511E102}" dt="2026-04-01T17:54:51.358" v="945"/>
          <ac:picMkLst>
            <pc:docMk/>
            <pc:sldMk cId="2701243154" sldId="366"/>
            <ac:picMk id="2" creationId="{687B165C-887D-7F87-99E0-456878489874}"/>
          </ac:picMkLst>
        </pc:picChg>
      </pc:sldChg>
      <pc:sldChg chg="modSp add replId">
        <pc:chgData name="Fabio Bittencourt" userId="9399af9f441dfb25" providerId="Windows Live" clId="Web-{2AF0A566-C3E4-ED3D-F01A-00C85511E102}" dt="2026-04-01T18:51:52.257" v="1657" actId="20577"/>
        <pc:sldMkLst>
          <pc:docMk/>
          <pc:sldMk cId="2667131164" sldId="367"/>
        </pc:sldMkLst>
        <pc:spChg chg="mod">
          <ac:chgData name="Fabio Bittencourt" userId="9399af9f441dfb25" providerId="Windows Live" clId="Web-{2AF0A566-C3E4-ED3D-F01A-00C85511E102}" dt="2026-04-01T18:51:52.257" v="1657" actId="20577"/>
          <ac:spMkLst>
            <pc:docMk/>
            <pc:sldMk cId="2667131164" sldId="367"/>
            <ac:spMk id="6" creationId="{80E7F6F7-7315-AE6C-F222-661338B30E50}"/>
          </ac:spMkLst>
        </pc:spChg>
      </pc:sldChg>
      <pc:sldChg chg="modSp add replId">
        <pc:chgData name="Fabio Bittencourt" userId="9399af9f441dfb25" providerId="Windows Live" clId="Web-{2AF0A566-C3E4-ED3D-F01A-00C85511E102}" dt="2026-04-01T18:55:53.802" v="1718" actId="20577"/>
        <pc:sldMkLst>
          <pc:docMk/>
          <pc:sldMk cId="1354589252" sldId="368"/>
        </pc:sldMkLst>
        <pc:spChg chg="mod">
          <ac:chgData name="Fabio Bittencourt" userId="9399af9f441dfb25" providerId="Windows Live" clId="Web-{2AF0A566-C3E4-ED3D-F01A-00C85511E102}" dt="2026-04-01T18:55:53.802" v="1718" actId="20577"/>
          <ac:spMkLst>
            <pc:docMk/>
            <pc:sldMk cId="1354589252" sldId="368"/>
            <ac:spMk id="6" creationId="{F5C608F3-3836-7E0B-E69C-0B7FDFE19B57}"/>
          </ac:spMkLst>
        </pc:spChg>
      </pc:sldChg>
      <pc:sldChg chg="modSp add replId">
        <pc:chgData name="Fabio Bittencourt" userId="9399af9f441dfb25" providerId="Windows Live" clId="Web-{2AF0A566-C3E4-ED3D-F01A-00C85511E102}" dt="2026-04-01T19:02:53.600" v="1843" actId="20577"/>
        <pc:sldMkLst>
          <pc:docMk/>
          <pc:sldMk cId="1064819358" sldId="369"/>
        </pc:sldMkLst>
        <pc:spChg chg="mod">
          <ac:chgData name="Fabio Bittencourt" userId="9399af9f441dfb25" providerId="Windows Live" clId="Web-{2AF0A566-C3E4-ED3D-F01A-00C85511E102}" dt="2026-04-01T19:02:53.600" v="1843" actId="20577"/>
          <ac:spMkLst>
            <pc:docMk/>
            <pc:sldMk cId="1064819358" sldId="369"/>
            <ac:spMk id="6" creationId="{533D7526-8685-00FB-3DEB-92D2BCDFE79A}"/>
          </ac:spMkLst>
        </pc:spChg>
      </pc:sldChg>
      <pc:sldChg chg="modSp add replId">
        <pc:chgData name="Fabio Bittencourt" userId="9399af9f441dfb25" providerId="Windows Live" clId="Web-{2AF0A566-C3E4-ED3D-F01A-00C85511E102}" dt="2026-04-01T19:10:52.809" v="2350" actId="20577"/>
        <pc:sldMkLst>
          <pc:docMk/>
          <pc:sldMk cId="2699322739" sldId="370"/>
        </pc:sldMkLst>
        <pc:spChg chg="mod">
          <ac:chgData name="Fabio Bittencourt" userId="9399af9f441dfb25" providerId="Windows Live" clId="Web-{2AF0A566-C3E4-ED3D-F01A-00C85511E102}" dt="2026-04-01T19:10:52.809" v="2350" actId="20577"/>
          <ac:spMkLst>
            <pc:docMk/>
            <pc:sldMk cId="2699322739" sldId="370"/>
            <ac:spMk id="6" creationId="{BDDADCE1-D916-DC9C-509D-6204C1503886}"/>
          </ac:spMkLst>
        </pc:spChg>
      </pc:sldChg>
      <pc:sldChg chg="addSp modSp add replId">
        <pc:chgData name="Fabio Bittencourt" userId="9399af9f441dfb25" providerId="Windows Live" clId="Web-{2AF0A566-C3E4-ED3D-F01A-00C85511E102}" dt="2026-04-01T19:21:37.304" v="2357" actId="1076"/>
        <pc:sldMkLst>
          <pc:docMk/>
          <pc:sldMk cId="2438351647" sldId="371"/>
        </pc:sldMkLst>
        <pc:spChg chg="mod">
          <ac:chgData name="Fabio Bittencourt" userId="9399af9f441dfb25" providerId="Windows Live" clId="Web-{2AF0A566-C3E4-ED3D-F01A-00C85511E102}" dt="2026-04-01T19:17:07.243" v="2352" actId="20577"/>
          <ac:spMkLst>
            <pc:docMk/>
            <pc:sldMk cId="2438351647" sldId="371"/>
            <ac:spMk id="6" creationId="{11F8AE7A-A330-DB61-7EB5-8BD2FD07D387}"/>
          </ac:spMkLst>
        </pc:spChg>
        <pc:picChg chg="add mod">
          <ac:chgData name="Fabio Bittencourt" userId="9399af9f441dfb25" providerId="Windows Live" clId="Web-{2AF0A566-C3E4-ED3D-F01A-00C85511E102}" dt="2026-04-01T19:21:37.304" v="2357" actId="1076"/>
          <ac:picMkLst>
            <pc:docMk/>
            <pc:sldMk cId="2438351647" sldId="371"/>
            <ac:picMk id="2" creationId="{81B89D74-9F92-B6EE-D0C1-B0E2A3367109}"/>
          </ac:picMkLst>
        </pc:picChg>
      </pc:sldChg>
    </pc:docChg>
  </pc:docChgLst>
  <pc:docChgLst>
    <pc:chgData name="Fabio Bittencourt" userId="9399af9f441dfb25" providerId="LiveId" clId="{87FEEC51-4A4D-4000-AFF7-19B075429E2B}"/>
    <pc:docChg chg="undo redo custSel addSld delSld modSld sldOrd">
      <pc:chgData name="Fabio Bittencourt" userId="9399af9f441dfb25" providerId="LiveId" clId="{87FEEC51-4A4D-4000-AFF7-19B075429E2B}" dt="2026-03-22T16:17:26.861" v="5515" actId="478"/>
      <pc:docMkLst>
        <pc:docMk/>
      </pc:docMkLst>
      <pc:sldChg chg="modSp add del mod">
        <pc:chgData name="Fabio Bittencourt" userId="9399af9f441dfb25" providerId="LiveId" clId="{87FEEC51-4A4D-4000-AFF7-19B075429E2B}" dt="2026-03-22T16:17:09.719" v="5491" actId="2696"/>
        <pc:sldMkLst>
          <pc:docMk/>
          <pc:sldMk cId="1766138550" sldId="256"/>
        </pc:sldMkLst>
        <pc:spChg chg="mod">
          <ac:chgData name="Fabio Bittencourt" userId="9399af9f441dfb25" providerId="LiveId" clId="{87FEEC51-4A4D-4000-AFF7-19B075429E2B}" dt="2026-03-22T15:34:41.502" v="3625" actId="20577"/>
          <ac:spMkLst>
            <pc:docMk/>
            <pc:sldMk cId="1766138550" sldId="256"/>
            <ac:spMk id="2" creationId="{00000000-0000-0000-0000-000000000000}"/>
          </ac:spMkLst>
        </pc:spChg>
      </pc:sldChg>
      <pc:sldChg chg="modSp add del mod ord">
        <pc:chgData name="Fabio Bittencourt" userId="9399af9f441dfb25" providerId="LiveId" clId="{87FEEC51-4A4D-4000-AFF7-19B075429E2B}" dt="2026-03-22T16:17:10.762" v="5494" actId="2696"/>
        <pc:sldMkLst>
          <pc:docMk/>
          <pc:sldMk cId="850751447" sldId="358"/>
        </pc:sldMkLst>
        <pc:spChg chg="mod">
          <ac:chgData name="Fabio Bittencourt" userId="9399af9f441dfb25" providerId="LiveId" clId="{87FEEC51-4A4D-4000-AFF7-19B075429E2B}" dt="2026-03-22T15:44:56.079" v="4363" actId="20577"/>
          <ac:spMkLst>
            <pc:docMk/>
            <pc:sldMk cId="850751447" sldId="358"/>
            <ac:spMk id="2" creationId="{FB8FFC78-E2EF-7447-00DF-606150B77D44}"/>
          </ac:spMkLst>
        </pc:spChg>
      </pc:sldChg>
    </pc:docChg>
  </pc:docChgLst>
  <pc:docChgLst>
    <pc:chgData name="Fabio Bittencourt" userId="9399af9f441dfb25" providerId="Windows Live" clId="Web-{DAD84DB3-91C5-7848-65C5-5D5604D12E2F}"/>
    <pc:docChg chg="addSld delSld modSld sldOrd">
      <pc:chgData name="Fabio Bittencourt" userId="9399af9f441dfb25" providerId="Windows Live" clId="Web-{DAD84DB3-91C5-7848-65C5-5D5604D12E2F}" dt="2026-03-22T18:44:50.718" v="2106" actId="20577"/>
      <pc:docMkLst>
        <pc:docMk/>
      </pc:docMkLst>
      <pc:sldChg chg="modSp add replId">
        <pc:chgData name="Fabio Bittencourt" userId="9399af9f441dfb25" providerId="Windows Live" clId="Web-{DAD84DB3-91C5-7848-65C5-5D5604D12E2F}" dt="2026-03-22T18:44:50.718" v="2106" actId="20577"/>
        <pc:sldMkLst>
          <pc:docMk/>
          <pc:sldMk cId="1624693146" sldId="362"/>
        </pc:sldMkLst>
        <pc:spChg chg="mod">
          <ac:chgData name="Fabio Bittencourt" userId="9399af9f441dfb25" providerId="Windows Live" clId="Web-{DAD84DB3-91C5-7848-65C5-5D5604D12E2F}" dt="2026-03-22T18:44:50.718" v="2106" actId="20577"/>
          <ac:spMkLst>
            <pc:docMk/>
            <pc:sldMk cId="1624693146" sldId="362"/>
            <ac:spMk id="6" creationId="{23BCCD4D-49FC-EF9E-7536-151959D3C6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ED787-ECF9-4317-9B3F-01368C487912}" type="datetimeFigureOut">
              <a:rPr lang="pt-BR" smtClean="0"/>
              <a:t>01/04/2026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9BCC3-7EAB-4662-B118-F1D740721A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53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46253" y="2678805"/>
            <a:ext cx="5808371" cy="831157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522658" y="4845969"/>
            <a:ext cx="6553229" cy="476226"/>
          </a:xfrm>
        </p:spPr>
        <p:txBody>
          <a:bodyPr>
            <a:normAutofit/>
          </a:bodyPr>
          <a:lstStyle>
            <a:lvl1pPr marL="0" indent="0" algn="r">
              <a:buNone/>
              <a:defRPr sz="4000">
                <a:solidFill>
                  <a:srgbClr val="003958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Professor</a:t>
            </a:r>
          </a:p>
        </p:txBody>
      </p:sp>
    </p:spTree>
    <p:extLst>
      <p:ext uri="{BB962C8B-B14F-4D97-AF65-F5344CB8AC3E}">
        <p14:creationId xmlns:p14="http://schemas.microsoft.com/office/powerpoint/2010/main" val="1824420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4050" y="4554895"/>
            <a:ext cx="8762236" cy="2121676"/>
          </a:xfrm>
        </p:spPr>
        <p:txBody>
          <a:bodyPr>
            <a:normAutofit/>
          </a:bodyPr>
          <a:lstStyle>
            <a:lvl1pPr>
              <a:defRPr sz="6000" b="1">
                <a:solidFill>
                  <a:srgbClr val="003958"/>
                </a:solidFill>
                <a:latin typeface="Impact" panose="020B0806030902050204" pitchFamily="34" charset="0"/>
              </a:defRPr>
            </a:lvl1pPr>
          </a:lstStyle>
          <a:p>
            <a:r>
              <a:rPr lang="pt-BR" dirty="0"/>
              <a:t>Assunto</a:t>
            </a:r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85265" y="0"/>
            <a:ext cx="5715000" cy="3952875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960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1880057"/>
            <a:ext cx="10356483" cy="4491713"/>
          </a:xfrm>
        </p:spPr>
        <p:txBody>
          <a:bodyPr/>
          <a:lstStyle>
            <a:lvl1pPr marL="0" indent="0">
              <a:buNone/>
              <a:defRPr sz="2400" u="none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Digite aqui</a:t>
            </a:r>
          </a:p>
        </p:txBody>
      </p:sp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2356747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Text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4877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603831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566398" y="5892800"/>
            <a:ext cx="1600200" cy="935266"/>
          </a:xfrm>
        </p:spPr>
        <p:txBody>
          <a:bodyPr/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fld id="{F4E6BF57-4B4C-490B-A6E3-54A944D4DF67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sp>
        <p:nvSpPr>
          <p:cNvPr id="12" name="Espaço Reservado para Texto 2"/>
          <p:cNvSpPr>
            <a:spLocks noGrp="1"/>
          </p:cNvSpPr>
          <p:nvPr>
            <p:ph type="body" idx="13" hasCustomPrompt="1"/>
          </p:nvPr>
        </p:nvSpPr>
        <p:spPr>
          <a:xfrm>
            <a:off x="831850" y="356058"/>
            <a:ext cx="11200493" cy="1182909"/>
          </a:xfrm>
        </p:spPr>
        <p:txBody>
          <a:bodyPr>
            <a:normAutofit/>
          </a:bodyPr>
          <a:lstStyle>
            <a:lvl1pPr marL="0" indent="0">
              <a:buNone/>
              <a:defRPr sz="4800" u="none">
                <a:solidFill>
                  <a:srgbClr val="00395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0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2612571"/>
            <a:ext cx="5181600" cy="3564392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1" name="Espaço Reservado para Texto 2"/>
          <p:cNvSpPr>
            <a:spLocks noGrp="1"/>
          </p:cNvSpPr>
          <p:nvPr>
            <p:ph type="body" idx="14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3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2963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6BF57-4B4C-490B-A6E3-54A944D4DF6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3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2" r:id="rId4"/>
    <p:sldLayoutId id="2147483660" r:id="rId5"/>
    <p:sldLayoutId id="2147483661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267516" y="3239914"/>
            <a:ext cx="5808371" cy="831157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Impact"/>
              </a:rPr>
              <a:t>Estatística Aplicada – </a:t>
            </a:r>
            <a:r>
              <a:rPr lang="pt-BR">
                <a:latin typeface="Impact"/>
              </a:rPr>
              <a:t>Aula 6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Prof. Fábio de Bittencourt</a:t>
            </a:r>
          </a:p>
        </p:txBody>
      </p:sp>
    </p:spTree>
    <p:extLst>
      <p:ext uri="{BB962C8B-B14F-4D97-AF65-F5344CB8AC3E}">
        <p14:creationId xmlns:p14="http://schemas.microsoft.com/office/powerpoint/2010/main" val="176613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7694"/>
    </mc:Choice>
    <mc:Fallback xmlns="">
      <p:transition spd="slow" advTm="9769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D3FC5-6986-330D-82AB-94E426CB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8FFC78-E2EF-7447-00DF-606150B7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Impact"/>
              </a:rPr>
              <a:t>Teorema de </a:t>
            </a:r>
            <a:r>
              <a:rPr lang="pt-BR" dirty="0" err="1">
                <a:latin typeface="Impact"/>
              </a:rPr>
              <a:t>Bayes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85075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5991C-31B7-25F5-64E6-429753348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36ECE1-321E-8DF3-5D06-B719C29C0F6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8124009-02A9-177C-3F54-950A3298E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solidFill>
                  <a:srgbClr val="003958"/>
                </a:solidFill>
              </a:rPr>
              <a:t>Nas aulas anteriores vimos como calcular algumas probabilidades, algumas mais fáceis como o lado de uma moeda e a chance de uma loteria, até umas mais complexas, com cálculos utilizando o desvio padrão e percentuais como o exercício da água;</a:t>
            </a:r>
            <a:endParaRPr lang="pt-BR" sz="200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Na aula de hoje seguiremos com cálculos de probabilidades, utilizando um dos cálculos bem famosos e muito utilizados nos algoritmos de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IAs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e Data Science, os cálculos bayesianos, ou, no caso de hoje, o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Teorema de </a:t>
            </a:r>
            <a:r>
              <a:rPr lang="pt-BR" sz="2000" b="1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Bayes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;</a:t>
            </a: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Assim como o caso do cálculo da probabilidade do exercício da água, o teorema de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bayes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é parte da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probabilidade condicional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, permitindo atualizar a estimativa da chance à medida que novas coisas acontecem.</a:t>
            </a: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06239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9B51-A7F3-9A65-84CB-E211266B0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47AB47-3E5B-3170-8EB5-83B18916772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6DB6253-DA2E-64BD-5036-83722C6A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Simplificando a teoria como sempre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ten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tamos fazer aqui, o teorema de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Bayes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tenta responder a seguinte pergunta: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"</a:t>
            </a:r>
            <a:r>
              <a:rPr lang="pt-BR" b="1">
                <a:solidFill>
                  <a:srgbClr val="003958"/>
                </a:solidFill>
                <a:ea typeface="+mn-lt"/>
                <a:cs typeface="+mn-lt"/>
              </a:rPr>
              <a:t>Qual é a probabilidade de A ser verdadeiro, agora que sabemos que B ocorreu?"</a:t>
            </a: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</a:t>
            </a: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fórmula mais conhecida é essa ao lado, onde:</a:t>
            </a:r>
          </a:p>
          <a:p>
            <a:pPr marL="800100" lvl="1" indent="-342900">
              <a:buChar char="•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P(A|B): é a probabilidade posterior (de A, depois de ver B, 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resultado).</a:t>
            </a:r>
          </a:p>
          <a:p>
            <a:pPr marL="800100" lvl="1" indent="-342900"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P(B|A): é a 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verossimilhança (probabilidade de B se A for verdadeiro)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P(A): é a crença inicial em A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P(B): é a probabilidade total de B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Vamos à um exemplo então.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E320E983-DD00-DFEF-3D5C-08BE6089A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520" y="3081337"/>
            <a:ext cx="2286000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22A3-786F-5B97-3D7F-5C194D38B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AD5D474-675D-55A5-39D5-11C8C1EFD61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8C1451B-00E6-ECB9-6965-36A967C550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Vamos supor que 1% de toda a população tem uma doença a febre da computação e temos um teste:</a:t>
            </a:r>
            <a:endParaRPr lang="pt-BR"/>
          </a:p>
          <a:p>
            <a:pPr marL="800100" lvl="1" indent="-342900">
              <a:buChar char="•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teste quando detecta a doença positivamente tem a taxa de sucesso de 90%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;</a:t>
            </a:r>
          </a:p>
          <a:p>
            <a:pPr marL="800100" lvl="1" indent="-342900">
              <a:buChar char="•"/>
            </a:pPr>
            <a:r>
              <a:rPr lang="pt-BR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teste quando detecta que a pessoa está livre da doença tem a taxa de sucesso de 95%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</a:t>
            </a:r>
          </a:p>
          <a:p>
            <a:pPr marL="800100" lvl="1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Ai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vamos supor o seguinte, se uma pessoa faz um teste e ele dá positivo, qual a probabilidade de ele ter realmente a doença?</a:t>
            </a: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Isso é muito comum, apesar de assustador, o caso mais comum talvez seja os testes de gravidez que inclusive </a:t>
            </a: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estampam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nas caixas o seu percentual de sucesso.</a:t>
            </a: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0124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8FDBA-A4D5-D0FD-3043-A0260DEA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078B07-5B97-FAFE-D544-4483BFAE028B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80E7F6F7-7315-AE6C-F222-661338B30E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Indo passo a passo então:</a:t>
            </a:r>
            <a:endParaRPr lang="pt-BR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</a:t>
            </a:r>
            <a:r>
              <a:rPr lang="pt-BR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primeiro passo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é definir os eventos: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D: Pessoa tem a doença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^D: Pessoa não tem a doença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 +: Teste deu pos</a:t>
            </a: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itivo 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Então mudando a fórmula do teorema precisamos achar </a:t>
            </a:r>
            <a:r>
              <a:rPr lang="pt-BR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 | T = +), ou com a fórmula inteira:</a:t>
            </a:r>
          </a:p>
          <a:p>
            <a:pPr marL="800100" lvl="1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 | T = +) =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 + | 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.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P (D) / P (T = +)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67131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99A0C-1166-05AF-0366-8E6F005CC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0151403-B877-3106-457A-8F1371362BFE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5C608F3-3836-7E0B-E69C-0B7FDFE19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Indo passo a passo então:</a:t>
            </a:r>
            <a:endParaRPr lang="pt-BR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</a:t>
            </a:r>
            <a:r>
              <a:rPr lang="pt-BR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segundo passo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é definir os eventos: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 (D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: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0,01 (1%)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 (^D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: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0,99 (inverso de cima)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 + | 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: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90% ou 0,90 (isso está no enunciado)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 - | ^D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: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95% ou 0,95 (isso está no enunciado)</a:t>
            </a: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 + | ^D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: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5% ou 0,05 (falso positivo)</a:t>
            </a:r>
          </a:p>
          <a:p>
            <a:pPr marL="342900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35458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50012-3126-1AE6-B692-141D054A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35CFE1-BE84-A56A-0E52-E22333F294DC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33D7526-8685-00FB-3DEB-92D2BCDFE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Indo passo a passo então:</a:t>
            </a:r>
            <a:endParaRPr lang="pt-BR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</a:t>
            </a:r>
            <a:r>
              <a:rPr lang="pt-BR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terceiro passo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é calcular a probabilidade </a:t>
            </a:r>
            <a:r>
              <a:rPr lang="pt-BR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total :</a:t>
            </a:r>
            <a:endParaRPr lang="pt-BR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 (T = +) =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 + | 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.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P (D) +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P(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 = + | ^D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) .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P (^D)</a:t>
            </a:r>
          </a:p>
          <a:p>
            <a:pPr lvl="2"/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2"/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 após disso conseguimos aplicar o teorema de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Bayes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</a:t>
            </a:r>
          </a:p>
          <a:p>
            <a:pPr marL="342900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648193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A71E-FC5F-0AB6-FDC1-3FF24D6D1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64367F-4393-69E2-17B0-D80CBBF55415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DDADCE1-D916-DC9C-509D-6204C1503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 resultado nos dá um percentual de 15,4% que indica mesmo que a pessoa tenha um teste dizendo que ela tenha a doença, a chance </a:t>
            </a:r>
            <a:r>
              <a:rPr lang="pt-BR" sz="2000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dela</a:t>
            </a: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ter a doença é muito baixa e isso se dá por inúmeros fatores:</a:t>
            </a:r>
          </a:p>
          <a:p>
            <a:pPr marL="800100" lvl="1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baixa presença da doença na população em geral (apenas 1%);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r>
              <a:rPr lang="pt-BR" sz="2000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Esse conceito é chamado de </a:t>
            </a:r>
            <a:r>
              <a:rPr lang="pt-BR" sz="2000" b="1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probabilidade a prio</a:t>
            </a:r>
            <a:r>
              <a:rPr lang="pt-BR" sz="2000" b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ri</a:t>
            </a: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.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A sensibilidade do teste é boa, mas em </a:t>
            </a:r>
            <a:r>
              <a:rPr lang="pt-BR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term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os médicos isso </a:t>
            </a:r>
            <a:r>
              <a:rPr lang="pt-BR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implíca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em ser baixa, imagina, eu lhes dizer que você está doente sendo que a sua chance é apenas 15%, para uma gripe ok, para um </a:t>
            </a:r>
            <a:r>
              <a:rPr lang="pt-BR" dirty="0" err="1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cancêr</a:t>
            </a: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 isso é um desastre.</a:t>
            </a:r>
          </a:p>
          <a:p>
            <a:pPr marL="800100" lvl="1" indent="-342900">
              <a:buChar char="•"/>
            </a:pP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Refaçam esse cálculo com 99% de taxa de sucesso para ter e não ter a doença.</a:t>
            </a: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99322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1D050-1555-C35A-F98A-F83850406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DB5386F-C397-C08C-997E-47B949264A5F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Teorema de </a:t>
            </a:r>
            <a:r>
              <a:rPr lang="pt-BR" err="1"/>
              <a:t>Bayes</a:t>
            </a:r>
            <a:endParaRPr lang="en-US" dirty="0" err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1F8AE7A-A330-DB61-7EB5-8BD2FD07D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81B89D74-9F92-B6EE-D0C1-B0E2A336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137" y="1533964"/>
            <a:ext cx="8507260" cy="461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516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385"/>
    </mc:Choice>
    <mc:Fallback>
      <p:transition spd="slow" advTm="191385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4DD7E-480E-0534-6042-D621E2A4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E4E2F-0AA7-8F1B-E7A3-5DE27552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Trabalho de Extensão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01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106"/>
    </mc:Choice>
    <mc:Fallback xmlns="">
      <p:transition spd="slow" advTm="3410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F1EA3-E380-71FE-DEFE-8DBDFCFED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3E9F31C-3C67-CFE1-D84A-64CA770EF21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pt-BR" dirty="0"/>
              <a:t>Trabalho de Extensão</a:t>
            </a:r>
            <a:endParaRPr lang="en-US" dirty="0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23BCCD4D-49FC-EF9E-7536-151959D3C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>
                <a:solidFill>
                  <a:srgbClr val="003958"/>
                </a:solidFill>
              </a:rPr>
              <a:t>Atividade para casa:</a:t>
            </a: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3958"/>
              </a:solidFill>
              <a:ea typeface="Calibri"/>
              <a:cs typeface="Calibri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</a:rPr>
              <a:t>Selecionem quais os arquivos dentre as 18 bases que vocês irão utilizar;</a:t>
            </a:r>
            <a:endParaRPr lang="pt-BR">
              <a:solidFill>
                <a:srgbClr val="898989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Vocês devem utilizar uma base final (já unificada) de pelo menos 20 mil registros;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a sua variável alvo;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Escolham pelo menos 25 variáveis que vocês acreditam que possuem relação com o fenômeno;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Façam a correlação </a:t>
            </a:r>
            <a:r>
              <a:rPr lang="pt-BR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da variável alvo com as 25;</a:t>
            </a:r>
            <a:endParaRPr lang="pt-BR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2"/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Destas pelo menos 15 devem ter menos que –0.3 ou mais que 0.3;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2"/>
            <a:r>
              <a:rPr lang="pt-BR" sz="2000">
                <a:solidFill>
                  <a:srgbClr val="003958"/>
                </a:solidFill>
                <a:ea typeface="Calibri" panose="020F0502020204030204"/>
                <a:cs typeface="Calibri" panose="020F0502020204030204"/>
              </a:rPr>
              <a:t>Caso não possuam, busquem mais 10 variáveis e repitam esse processo até que possuam 15 variáveis bem correlacionadas e a variável alvo (16 variáveis no total no mínimo).</a:t>
            </a:r>
            <a:endParaRPr lang="pt-BR" sz="20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1257300" lvl="2" indent="-342900">
              <a:buFont typeface="Wingdings" panose="020B0604020202020204" pitchFamily="34" charset="0"/>
              <a:buChar char="§"/>
            </a:pPr>
            <a:endParaRPr lang="pt-BR" sz="16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800100" lvl="1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Char char="•"/>
            </a:pPr>
            <a:endParaRPr lang="pt-BR" sz="18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lvl="1"/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200" dirty="0">
              <a:solidFill>
                <a:srgbClr val="003958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24693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1385"/>
    </mc:Choice>
    <mc:Fallback xmlns="">
      <p:transition spd="slow" advTm="191385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resentação7" id="{59EF884D-FF5E-4FD0-A607-B5C961B47064}" vid="{A602817E-DF85-4F99-8FE9-FF6794F224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Engenharia da Computação</Template>
  <TotalTime>11395</TotalTime>
  <Words>175</Words>
  <Application>Microsoft Office PowerPoint</Application>
  <PresentationFormat>Widescreen</PresentationFormat>
  <Paragraphs>22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Estatística Aplicada – Aula 6</vt:lpstr>
      <vt:lpstr>Teorema de Bayes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Trabalho de Extensão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Basilio Marcelo</dc:creator>
  <cp:lastModifiedBy>Fabio Bittencourt</cp:lastModifiedBy>
  <cp:revision>583</cp:revision>
  <dcterms:created xsi:type="dcterms:W3CDTF">2019-02-19T21:17:49Z</dcterms:created>
  <dcterms:modified xsi:type="dcterms:W3CDTF">2026-04-01T19:21:39Z</dcterms:modified>
</cp:coreProperties>
</file>