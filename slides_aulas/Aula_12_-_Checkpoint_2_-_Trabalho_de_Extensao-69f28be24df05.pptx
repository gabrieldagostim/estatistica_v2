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58" r:id="rId3"/>
    <p:sldId id="385" r:id="rId4"/>
    <p:sldId id="38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42F9DB-30D9-4FB1-9C93-4F4D762C1E26}" v="1" dt="2026-04-29T22:43:58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Windows Live" clId="Web-{2AF0A566-C3E4-ED3D-F01A-00C85511E102}"/>
    <pc:docChg chg="addSld delSld modSld sldOrd">
      <pc:chgData name="Fabio Bittencourt" userId="9399af9f441dfb25" providerId="Windows Live" clId="Web-{2AF0A566-C3E4-ED3D-F01A-00C85511E102}" dt="2026-04-01T19:21:37.304" v="2357" actId="1076"/>
      <pc:docMkLst>
        <pc:docMk/>
      </pc:docMkLst>
      <pc:sldChg chg="modSp">
        <pc:chgData name="Fabio Bittencourt" userId="9399af9f441dfb25" providerId="Windows Live" clId="Web-{2AF0A566-C3E4-ED3D-F01A-00C85511E102}" dt="2026-04-01T17:34:10.176" v="0" actId="20577"/>
        <pc:sldMkLst>
          <pc:docMk/>
          <pc:sldMk cId="1766138550" sldId="256"/>
        </pc:sldMkLst>
        <pc:spChg chg="mod">
          <ac:chgData name="Fabio Bittencourt" userId="9399af9f441dfb25" providerId="Windows Live" clId="Web-{2AF0A566-C3E4-ED3D-F01A-00C85511E102}" dt="2026-04-01T17:34:10.176" v="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ord">
        <pc:chgData name="Fabio Bittencourt" userId="9399af9f441dfb25" providerId="Windows Live" clId="Web-{2AF0A566-C3E4-ED3D-F01A-00C85511E102}" dt="2026-04-01T17:36:36.429" v="24" actId="20577"/>
        <pc:sldMkLst>
          <pc:docMk/>
          <pc:sldMk cId="850751447" sldId="358"/>
        </pc:sldMkLst>
        <pc:spChg chg="mod">
          <ac:chgData name="Fabio Bittencourt" userId="9399af9f441dfb25" providerId="Windows Live" clId="Web-{2AF0A566-C3E4-ED3D-F01A-00C85511E102}" dt="2026-04-01T17:36:36.429" v="24" actId="20577"/>
          <ac:spMkLst>
            <pc:docMk/>
            <pc:sldMk cId="850751447" sldId="358"/>
            <ac:spMk id="2" creationId="{FB8FFC78-E2EF-7447-00DF-606150B77D44}"/>
          </ac:spMkLst>
        </pc:spChg>
      </pc:sldChg>
    </pc:docChg>
  </pc:docChgLst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4-29T22:48:01.113" v="22833" actId="20577"/>
      <pc:docMkLst>
        <pc:docMk/>
      </pc:docMkLst>
      <pc:sldChg chg="modSp add del mod">
        <pc:chgData name="Fabio Bittencourt" userId="9399af9f441dfb25" providerId="LiveId" clId="{87FEEC51-4A4D-4000-AFF7-19B075429E2B}" dt="2026-04-29T22:43:47.483" v="22260" actId="20577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4-29T22:43:47.483" v="2226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 ord">
        <pc:chgData name="Fabio Bittencourt" userId="9399af9f441dfb25" providerId="LiveId" clId="{87FEEC51-4A4D-4000-AFF7-19B075429E2B}" dt="2026-04-12T22:38:59.254" v="21699" actId="20577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4-12T22:38:59.254" v="21699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modSp add mod ord">
        <pc:chgData name="Fabio Bittencourt" userId="9399af9f441dfb25" providerId="LiveId" clId="{87FEEC51-4A4D-4000-AFF7-19B075429E2B}" dt="2026-04-29T22:44:00.408" v="22263" actId="20577"/>
        <pc:sldMkLst>
          <pc:docMk/>
          <pc:sldMk cId="1624693146" sldId="385"/>
        </pc:sldMkLst>
        <pc:spChg chg="mod">
          <ac:chgData name="Fabio Bittencourt" userId="9399af9f441dfb25" providerId="LiveId" clId="{87FEEC51-4A4D-4000-AFF7-19B075429E2B}" dt="2026-04-29T22:44:00.408" v="22263" actId="20577"/>
          <ac:spMkLst>
            <pc:docMk/>
            <pc:sldMk cId="1624693146" sldId="385"/>
            <ac:spMk id="6" creationId="{23BCCD4D-49FC-EF9E-7536-151959D3C66E}"/>
          </ac:spMkLst>
        </pc:spChg>
      </pc:sldChg>
      <pc:sldChg chg="modSp add mod">
        <pc:chgData name="Fabio Bittencourt" userId="9399af9f441dfb25" providerId="LiveId" clId="{87FEEC51-4A4D-4000-AFF7-19B075429E2B}" dt="2026-04-29T22:48:01.113" v="22833" actId="20577"/>
        <pc:sldMkLst>
          <pc:docMk/>
          <pc:sldMk cId="4104329185" sldId="386"/>
        </pc:sldMkLst>
        <pc:spChg chg="mod">
          <ac:chgData name="Fabio Bittencourt" userId="9399af9f441dfb25" providerId="LiveId" clId="{87FEEC51-4A4D-4000-AFF7-19B075429E2B}" dt="2026-04-29T22:48:01.113" v="22833" actId="20577"/>
          <ac:spMkLst>
            <pc:docMk/>
            <pc:sldMk cId="4104329185" sldId="386"/>
            <ac:spMk id="6" creationId="{CDCAEF1C-4CF1-CBAA-1DE0-407F53DB329B}"/>
          </ac:spMkLst>
        </pc:spChg>
      </pc:sldChg>
    </pc:docChg>
  </pc:docChgLst>
  <pc:docChgLst>
    <pc:chgData name="Fabio Bittencourt" userId="9399af9f441dfb25" providerId="Windows Live" clId="Web-{929FFA45-AD16-8426-4576-15CAB10173A6}"/>
    <pc:docChg chg="modSld">
      <pc:chgData name="Fabio Bittencourt" userId="9399af9f441dfb25" providerId="Windows Live" clId="Web-{929FFA45-AD16-8426-4576-15CAB10173A6}" dt="2026-04-02T16:56:02.753" v="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Aula 12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Trabalho de Extensão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Isso aqui vocês já devem estar ok: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Irei sentar com cada grupo e analisar a entrega anterior;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Auxiliar com possíveis problemas que vocês estejam tendo;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Pegarem a série de dados da variável alvo de vocês e testarem a normalidade usando o SW Teste, caso ela não seja normal, testar os exercícios para a normalização da aula anterior;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Após os passos anteriores, mostrar ao professor novamente, estando tudo certo estão dispensados.</a:t>
            </a: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2DD3-BDC0-ED7C-FD16-E2DD8C38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042CF8-204D-A3C6-7406-F78D2FFB42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DCAEF1C-4CF1-CBAA-1DE0-407F53DB3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3958"/>
                </a:solidFill>
              </a:rPr>
              <a:t>O que iremos fazer hoje: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</a:rPr>
              <a:t>Vocês devem pegar a série de vocês e calcular qual seria a amostra indicada para calcular a resposta da pergunta problema de vocês (caso aplicável);</a:t>
            </a:r>
          </a:p>
          <a:p>
            <a:endParaRPr lang="pt-BR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devem separar a série de vocês com a variável alvo e as variáveis bem correlacionadas e aplicar o algoritmo OLS, sendo que a variável alvo deve ser a variável a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ser prevista.</a:t>
            </a: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432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11918</TotalTime>
  <Words>166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Impact</vt:lpstr>
      <vt:lpstr>Tema do Office</vt:lpstr>
      <vt:lpstr>Estatística Aplicada – Aula 12</vt:lpstr>
      <vt:lpstr>Trabalho de Extensão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586</cp:revision>
  <dcterms:created xsi:type="dcterms:W3CDTF">2019-02-19T21:17:49Z</dcterms:created>
  <dcterms:modified xsi:type="dcterms:W3CDTF">2026-04-29T22:48:04Z</dcterms:modified>
</cp:coreProperties>
</file>